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8288000" cy="10287000"/>
  <p:notesSz cx="6858000" cy="9144000"/>
  <p:embeddedFontLst>
    <p:embeddedFont>
      <p:font typeface="Calibri" panose="020F0502020204030204" pitchFamily="34" charset="0"/>
      <p:regular r:id="rId12"/>
      <p:bold r:id="rId13"/>
      <p:italic r:id="rId14"/>
      <p:boldItalic r:id="rId15"/>
    </p:embeddedFont>
    <p:embeddedFont>
      <p:font typeface="Canva Sans Bold" panose="020B0604020202020204" charset="0"/>
      <p:regular r:id="rId16"/>
    </p:embeddedFont>
    <p:embeddedFont>
      <p:font typeface="Canva Sans Italics" panose="020B0604020202020204" charset="0"/>
      <p:regular r:id="rId17"/>
    </p:embeddedFont>
    <p:embeddedFont>
      <p:font typeface="Cy Grotesk Key Bold" panose="020B0604020202020204" charset="-52"/>
      <p:regular r:id="rId18"/>
    </p:embeddedFont>
    <p:embeddedFont>
      <p:font typeface="TT Hoves" panose="020B0604020202020204" charset="0"/>
      <p:regular r:id="rId19"/>
    </p:embeddedFont>
    <p:embeddedFont>
      <p:font typeface="TT Hoves Bold" panose="020B0604020202020204" charset="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000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1" d="100"/>
          <a:sy n="51" d="100"/>
        </p:scale>
        <p:origin x="826"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11/6/2024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11/6/2024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11/6/2024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11/6/2024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sv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10.png"/><Relationship Id="rId7" Type="http://schemas.openxmlformats.org/officeDocument/2006/relationships/image" Target="../media/image1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11.svg"/></Relationships>
</file>

<file path=ppt/slides/_rels/slide3.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jpeg"/><Relationship Id="rId7" Type="http://schemas.openxmlformats.org/officeDocument/2006/relationships/image" Target="../media/image19.svg"/><Relationship Id="rId2" Type="http://schemas.openxmlformats.org/officeDocument/2006/relationships/image" Target="../media/image14.jpeg"/><Relationship Id="rId1" Type="http://schemas.openxmlformats.org/officeDocument/2006/relationships/slideLayout" Target="../slideLayouts/slideLayout7.xml"/><Relationship Id="rId6" Type="http://schemas.openxmlformats.org/officeDocument/2006/relationships/image" Target="../media/image18.png"/><Relationship Id="rId11" Type="http://schemas.openxmlformats.org/officeDocument/2006/relationships/image" Target="../media/image23.svg"/><Relationship Id="rId5" Type="http://schemas.openxmlformats.org/officeDocument/2006/relationships/image" Target="../media/image17.jpeg"/><Relationship Id="rId10" Type="http://schemas.openxmlformats.org/officeDocument/2006/relationships/image" Target="../media/image22.png"/><Relationship Id="rId4" Type="http://schemas.openxmlformats.org/officeDocument/2006/relationships/image" Target="../media/image16.jpeg"/><Relationship Id="rId9" Type="http://schemas.openxmlformats.org/officeDocument/2006/relationships/image" Target="../media/image21.svg"/></Relationships>
</file>

<file path=ppt/slides/_rels/slide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26.svg"/></Relationships>
</file>

<file path=ppt/slides/_rels/slide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8.svg"/></Relationships>
</file>

<file path=ppt/slides/_rels/slide6.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0.svg"/><Relationship Id="rId7" Type="http://schemas.openxmlformats.org/officeDocument/2006/relationships/image" Target="../media/image34.svg"/><Relationship Id="rId2" Type="http://schemas.openxmlformats.org/officeDocument/2006/relationships/image" Target="../media/image29.png"/><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32.svg"/><Relationship Id="rId4" Type="http://schemas.openxmlformats.org/officeDocument/2006/relationships/image" Target="../media/image31.png"/><Relationship Id="rId9" Type="http://schemas.openxmlformats.org/officeDocument/2006/relationships/image" Target="../media/image36.svg"/></Relationships>
</file>

<file path=ppt/slides/_rels/slide7.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37.png"/><Relationship Id="rId7"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32.svg"/><Relationship Id="rId5" Type="http://schemas.openxmlformats.org/officeDocument/2006/relationships/image" Target="../media/image31.png"/><Relationship Id="rId10" Type="http://schemas.openxmlformats.org/officeDocument/2006/relationships/image" Target="../media/image21.svg"/><Relationship Id="rId4" Type="http://schemas.openxmlformats.org/officeDocument/2006/relationships/image" Target="../media/image38.svg"/><Relationship Id="rId9" Type="http://schemas.openxmlformats.org/officeDocument/2006/relationships/image" Target="../media/image20.png"/></Relationships>
</file>

<file path=ppt/slides/_rels/slide8.xml.rels><?xml version="1.0" encoding="UTF-8" standalone="yes"?>
<Relationships xmlns="http://schemas.openxmlformats.org/package/2006/relationships"><Relationship Id="rId8" Type="http://schemas.openxmlformats.org/officeDocument/2006/relationships/image" Target="../media/image42.svg"/><Relationship Id="rId3" Type="http://schemas.openxmlformats.org/officeDocument/2006/relationships/image" Target="../media/image39.png"/><Relationship Id="rId7" Type="http://schemas.openxmlformats.org/officeDocument/2006/relationships/image" Target="../media/image41.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40.svg"/></Relationships>
</file>

<file path=ppt/slides/_rels/slide9.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4.png"/><Relationship Id="rId7" Type="http://schemas.openxmlformats.org/officeDocument/2006/relationships/image" Target="../media/image8.png"/><Relationship Id="rId2" Type="http://schemas.openxmlformats.org/officeDocument/2006/relationships/image" Target="../media/image43.png"/><Relationship Id="rId1" Type="http://schemas.openxmlformats.org/officeDocument/2006/relationships/slideLayout" Target="../slideLayouts/slideLayout7.xml"/><Relationship Id="rId6" Type="http://schemas.openxmlformats.org/officeDocument/2006/relationships/image" Target="../media/image47.svg"/><Relationship Id="rId5" Type="http://schemas.openxmlformats.org/officeDocument/2006/relationships/image" Target="../media/image46.png"/><Relationship Id="rId10" Type="http://schemas.openxmlformats.org/officeDocument/2006/relationships/image" Target="../media/image49.svg"/><Relationship Id="rId4" Type="http://schemas.openxmlformats.org/officeDocument/2006/relationships/image" Target="../media/image45.png"/><Relationship Id="rId9" Type="http://schemas.openxmlformats.org/officeDocument/2006/relationships/image" Target="../media/image48.png"/></Relationships>
</file>

<file path=ppt/slides/_rels/slide10.xml.rels><?xml version="1.0" encoding="UTF-8" standalone="yes"?>
<Relationships xmlns="http://schemas.openxmlformats.org/package/2006/relationships"><Relationship Id="rId8" Type="http://schemas.openxmlformats.org/officeDocument/2006/relationships/image" Target="../media/image54.png"/><Relationship Id="rId13" Type="http://schemas.openxmlformats.org/officeDocument/2006/relationships/image" Target="../media/image59.svg"/><Relationship Id="rId3" Type="http://schemas.openxmlformats.org/officeDocument/2006/relationships/image" Target="../media/image51.svg"/><Relationship Id="rId7" Type="http://schemas.openxmlformats.org/officeDocument/2006/relationships/image" Target="../media/image53.svg"/><Relationship Id="rId12" Type="http://schemas.openxmlformats.org/officeDocument/2006/relationships/image" Target="../media/image58.png"/><Relationship Id="rId2" Type="http://schemas.openxmlformats.org/officeDocument/2006/relationships/image" Target="../media/image50.png"/><Relationship Id="rId1" Type="http://schemas.openxmlformats.org/officeDocument/2006/relationships/slideLayout" Target="../slideLayouts/slideLayout7.xml"/><Relationship Id="rId6" Type="http://schemas.openxmlformats.org/officeDocument/2006/relationships/image" Target="../media/image52.png"/><Relationship Id="rId11" Type="http://schemas.openxmlformats.org/officeDocument/2006/relationships/image" Target="../media/image57.svg"/><Relationship Id="rId5" Type="http://schemas.openxmlformats.org/officeDocument/2006/relationships/image" Target="../media/image23.svg"/><Relationship Id="rId10" Type="http://schemas.openxmlformats.org/officeDocument/2006/relationships/image" Target="../media/image56.png"/><Relationship Id="rId4" Type="http://schemas.openxmlformats.org/officeDocument/2006/relationships/image" Target="../media/image22.png"/><Relationship Id="rId9" Type="http://schemas.openxmlformats.org/officeDocument/2006/relationships/image" Target="../media/image55.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8845"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Freeform 3"/>
          <p:cNvSpPr/>
          <p:nvPr/>
        </p:nvSpPr>
        <p:spPr>
          <a:xfrm rot="240586">
            <a:off x="-2674450" y="798371"/>
            <a:ext cx="6731779" cy="4114800"/>
          </a:xfrm>
          <a:custGeom>
            <a:avLst/>
            <a:gdLst/>
            <a:ahLst/>
            <a:cxnLst/>
            <a:rect l="l" t="t" r="r" b="b"/>
            <a:pathLst>
              <a:path w="6731779" h="4114800">
                <a:moveTo>
                  <a:pt x="0" y="0"/>
                </a:moveTo>
                <a:lnTo>
                  <a:pt x="6731779" y="0"/>
                </a:lnTo>
                <a:lnTo>
                  <a:pt x="6731779"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rot="-216917">
            <a:off x="14192029" y="5725461"/>
            <a:ext cx="5453480" cy="3585663"/>
          </a:xfrm>
          <a:custGeom>
            <a:avLst/>
            <a:gdLst/>
            <a:ahLst/>
            <a:cxnLst/>
            <a:rect l="l" t="t" r="r" b="b"/>
            <a:pathLst>
              <a:path w="5453480" h="3585663">
                <a:moveTo>
                  <a:pt x="0" y="0"/>
                </a:moveTo>
                <a:lnTo>
                  <a:pt x="5453480" y="0"/>
                </a:lnTo>
                <a:lnTo>
                  <a:pt x="5453480" y="3585664"/>
                </a:lnTo>
                <a:lnTo>
                  <a:pt x="0" y="358566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p:cNvSpPr/>
          <p:nvPr/>
        </p:nvSpPr>
        <p:spPr>
          <a:xfrm rot="-319276">
            <a:off x="14607855" y="1090073"/>
            <a:ext cx="2505703" cy="3259451"/>
          </a:xfrm>
          <a:custGeom>
            <a:avLst/>
            <a:gdLst/>
            <a:ahLst/>
            <a:cxnLst/>
            <a:rect l="l" t="t" r="r" b="b"/>
            <a:pathLst>
              <a:path w="2505703" h="3259451">
                <a:moveTo>
                  <a:pt x="0" y="0"/>
                </a:moveTo>
                <a:lnTo>
                  <a:pt x="2505703" y="0"/>
                </a:lnTo>
                <a:lnTo>
                  <a:pt x="2505703" y="3259452"/>
                </a:lnTo>
                <a:lnTo>
                  <a:pt x="0" y="325945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6" name="Freeform 6"/>
          <p:cNvSpPr/>
          <p:nvPr/>
        </p:nvSpPr>
        <p:spPr>
          <a:xfrm rot="528754">
            <a:off x="1206432" y="6577802"/>
            <a:ext cx="2456159" cy="2509485"/>
          </a:xfrm>
          <a:custGeom>
            <a:avLst/>
            <a:gdLst/>
            <a:ahLst/>
            <a:cxnLst/>
            <a:rect l="l" t="t" r="r" b="b"/>
            <a:pathLst>
              <a:path w="2456159" h="2509485">
                <a:moveTo>
                  <a:pt x="0" y="0"/>
                </a:moveTo>
                <a:lnTo>
                  <a:pt x="2456159" y="0"/>
                </a:lnTo>
                <a:lnTo>
                  <a:pt x="2456159" y="2509485"/>
                </a:lnTo>
                <a:lnTo>
                  <a:pt x="0" y="2509485"/>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9" name="TextBox 9"/>
          <p:cNvSpPr txBox="1"/>
          <p:nvPr/>
        </p:nvSpPr>
        <p:spPr>
          <a:xfrm>
            <a:off x="3059541" y="183943"/>
            <a:ext cx="12168918" cy="3043013"/>
          </a:xfrm>
          <a:prstGeom prst="rect">
            <a:avLst/>
          </a:prstGeom>
        </p:spPr>
        <p:txBody>
          <a:bodyPr lIns="0" tIns="0" rIns="0" bIns="0" rtlCol="0" anchor="t">
            <a:spAutoFit/>
          </a:bodyPr>
          <a:lstStyle/>
          <a:p>
            <a:pPr algn="ctr">
              <a:lnSpc>
                <a:spcPts val="12745"/>
              </a:lnSpc>
            </a:pPr>
            <a:r>
              <a:rPr lang="ru-RU" sz="6000" dirty="0"/>
              <a:t>ЦЕННОСТИ В СТРУКТУРЕ МИРОВОЗЗРЕНИЯ:</a:t>
            </a:r>
            <a:endParaRPr lang="en-US" sz="6000" b="1" dirty="0">
              <a:solidFill>
                <a:srgbClr val="243037"/>
              </a:solidFill>
              <a:latin typeface="Cy Grotesk Key Bold"/>
              <a:ea typeface="Cy Grotesk Key Bold"/>
              <a:cs typeface="Cy Grotesk Key Bold"/>
              <a:sym typeface="Cy Grotesk Key Bold"/>
            </a:endParaRPr>
          </a:p>
        </p:txBody>
      </p:sp>
      <p:sp>
        <p:nvSpPr>
          <p:cNvPr id="10" name="TextBox 10"/>
          <p:cNvSpPr txBox="1"/>
          <p:nvPr/>
        </p:nvSpPr>
        <p:spPr>
          <a:xfrm>
            <a:off x="3059541" y="3086844"/>
            <a:ext cx="12168918" cy="6514604"/>
          </a:xfrm>
          <a:prstGeom prst="rect">
            <a:avLst/>
          </a:prstGeom>
        </p:spPr>
        <p:txBody>
          <a:bodyPr lIns="0" tIns="0" rIns="0" bIns="0" rtlCol="0" anchor="t">
            <a:spAutoFit/>
          </a:bodyPr>
          <a:lstStyle/>
          <a:p>
            <a:pPr algn="ctr">
              <a:lnSpc>
                <a:spcPts val="12745"/>
              </a:lnSpc>
            </a:pPr>
            <a:r>
              <a:rPr lang="ru-RU" sz="10600" dirty="0">
                <a:solidFill>
                  <a:srgbClr val="800080"/>
                </a:solidFill>
              </a:rPr>
              <a:t>ОТ «КАРТИНЫ МИРА» К ПРАКТИЧЕСКИМ ДЕЙСТВИЯМ</a:t>
            </a:r>
            <a:endParaRPr lang="en-US" sz="10621" b="1" dirty="0">
              <a:solidFill>
                <a:srgbClr val="800080"/>
              </a:solidFill>
              <a:latin typeface="Cy Grotesk Key Bold"/>
              <a:ea typeface="Cy Grotesk Key Bold"/>
              <a:cs typeface="Cy Grotesk Key Bold"/>
              <a:sym typeface="Cy Grotesk Key Bo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Freeform 3"/>
          <p:cNvSpPr/>
          <p:nvPr/>
        </p:nvSpPr>
        <p:spPr>
          <a:xfrm>
            <a:off x="1372951" y="1164507"/>
            <a:ext cx="4562876" cy="8093793"/>
          </a:xfrm>
          <a:custGeom>
            <a:avLst/>
            <a:gdLst/>
            <a:ahLst/>
            <a:cxnLst/>
            <a:rect l="l" t="t" r="r" b="b"/>
            <a:pathLst>
              <a:path w="4562876" h="8093793">
                <a:moveTo>
                  <a:pt x="0" y="0"/>
                </a:moveTo>
                <a:lnTo>
                  <a:pt x="4562876" y="0"/>
                </a:lnTo>
                <a:lnTo>
                  <a:pt x="4562876" y="8093793"/>
                </a:lnTo>
                <a:lnTo>
                  <a:pt x="0" y="809379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8030026" y="4303380"/>
            <a:ext cx="8775071" cy="4132381"/>
            <a:chOff x="0" y="0"/>
            <a:chExt cx="2206283" cy="1038989"/>
          </a:xfrm>
        </p:grpSpPr>
        <p:sp>
          <p:nvSpPr>
            <p:cNvPr id="5" name="Freeform 5"/>
            <p:cNvSpPr/>
            <p:nvPr/>
          </p:nvSpPr>
          <p:spPr>
            <a:xfrm>
              <a:off x="0" y="0"/>
              <a:ext cx="2206283" cy="1038989"/>
            </a:xfrm>
            <a:custGeom>
              <a:avLst/>
              <a:gdLst/>
              <a:ahLst/>
              <a:cxnLst/>
              <a:rect l="l" t="t" r="r" b="b"/>
              <a:pathLst>
                <a:path w="2206283" h="1038989">
                  <a:moveTo>
                    <a:pt x="44995" y="0"/>
                  </a:moveTo>
                  <a:lnTo>
                    <a:pt x="2161288" y="0"/>
                  </a:lnTo>
                  <a:cubicBezTo>
                    <a:pt x="2186138" y="0"/>
                    <a:pt x="2206283" y="20145"/>
                    <a:pt x="2206283" y="44995"/>
                  </a:cubicBezTo>
                  <a:lnTo>
                    <a:pt x="2206283" y="993994"/>
                  </a:lnTo>
                  <a:cubicBezTo>
                    <a:pt x="2206283" y="1005927"/>
                    <a:pt x="2201543" y="1017372"/>
                    <a:pt x="2193105" y="1025810"/>
                  </a:cubicBezTo>
                  <a:cubicBezTo>
                    <a:pt x="2184666" y="1034248"/>
                    <a:pt x="2173221" y="1038989"/>
                    <a:pt x="2161288" y="1038989"/>
                  </a:cubicBezTo>
                  <a:lnTo>
                    <a:pt x="44995" y="1038989"/>
                  </a:lnTo>
                  <a:cubicBezTo>
                    <a:pt x="33062" y="1038989"/>
                    <a:pt x="21617" y="1034248"/>
                    <a:pt x="13179" y="1025810"/>
                  </a:cubicBezTo>
                  <a:cubicBezTo>
                    <a:pt x="4741" y="1017372"/>
                    <a:pt x="0" y="1005927"/>
                    <a:pt x="0" y="993994"/>
                  </a:cubicBezTo>
                  <a:lnTo>
                    <a:pt x="0" y="44995"/>
                  </a:lnTo>
                  <a:cubicBezTo>
                    <a:pt x="0" y="33062"/>
                    <a:pt x="4741" y="21617"/>
                    <a:pt x="13179" y="13179"/>
                  </a:cubicBezTo>
                  <a:cubicBezTo>
                    <a:pt x="21617" y="4741"/>
                    <a:pt x="33062" y="0"/>
                    <a:pt x="44995" y="0"/>
                  </a:cubicBezTo>
                  <a:close/>
                </a:path>
              </a:pathLst>
            </a:custGeom>
            <a:solidFill>
              <a:srgbClr val="FFFFFF"/>
            </a:solidFill>
            <a:ln w="28575" cap="rnd">
              <a:solidFill>
                <a:srgbClr val="000000"/>
              </a:solidFill>
              <a:prstDash val="solid"/>
              <a:round/>
            </a:ln>
          </p:spPr>
        </p:sp>
        <p:sp>
          <p:nvSpPr>
            <p:cNvPr id="6" name="TextBox 6"/>
            <p:cNvSpPr txBox="1"/>
            <p:nvPr/>
          </p:nvSpPr>
          <p:spPr>
            <a:xfrm>
              <a:off x="0" y="0"/>
              <a:ext cx="2206283" cy="1038989"/>
            </a:xfrm>
            <a:prstGeom prst="rect">
              <a:avLst/>
            </a:prstGeom>
          </p:spPr>
          <p:txBody>
            <a:bodyPr lIns="50800" tIns="50800" rIns="50800" bIns="50800" rtlCol="0" anchor="ctr"/>
            <a:lstStyle/>
            <a:p>
              <a:pPr algn="ctr">
                <a:lnSpc>
                  <a:spcPts val="2851"/>
                </a:lnSpc>
              </a:pPr>
              <a:endParaRPr/>
            </a:p>
          </p:txBody>
        </p:sp>
      </p:grpSp>
      <p:sp>
        <p:nvSpPr>
          <p:cNvPr id="7" name="TextBox 7"/>
          <p:cNvSpPr txBox="1"/>
          <p:nvPr/>
        </p:nvSpPr>
        <p:spPr>
          <a:xfrm>
            <a:off x="8142448" y="1851239"/>
            <a:ext cx="6752453" cy="1686222"/>
          </a:xfrm>
          <a:prstGeom prst="rect">
            <a:avLst/>
          </a:prstGeom>
        </p:spPr>
        <p:txBody>
          <a:bodyPr lIns="0" tIns="0" rIns="0" bIns="0" rtlCol="0" anchor="t">
            <a:spAutoFit/>
          </a:bodyPr>
          <a:lstStyle/>
          <a:p>
            <a:pPr algn="l">
              <a:lnSpc>
                <a:spcPts val="13351"/>
              </a:lnSpc>
            </a:pPr>
            <a:r>
              <a:rPr lang="en-US" sz="11125" b="1">
                <a:solidFill>
                  <a:srgbClr val="E3613D"/>
                </a:solidFill>
                <a:latin typeface="Cy Grotesk Key Bold"/>
                <a:ea typeface="Cy Grotesk Key Bold"/>
                <a:cs typeface="Cy Grotesk Key Bold"/>
                <a:sym typeface="Cy Grotesk Key Bold"/>
              </a:rPr>
              <a:t>Agenda</a:t>
            </a:r>
          </a:p>
        </p:txBody>
      </p:sp>
      <p:sp>
        <p:nvSpPr>
          <p:cNvPr id="8" name="Freeform 8"/>
          <p:cNvSpPr/>
          <p:nvPr/>
        </p:nvSpPr>
        <p:spPr>
          <a:xfrm rot="-546016">
            <a:off x="14262404" y="1250851"/>
            <a:ext cx="3057772" cy="3124161"/>
          </a:xfrm>
          <a:custGeom>
            <a:avLst/>
            <a:gdLst/>
            <a:ahLst/>
            <a:cxnLst/>
            <a:rect l="l" t="t" r="r" b="b"/>
            <a:pathLst>
              <a:path w="3057772" h="3124161">
                <a:moveTo>
                  <a:pt x="0" y="0"/>
                </a:moveTo>
                <a:lnTo>
                  <a:pt x="3057773" y="0"/>
                </a:lnTo>
                <a:lnTo>
                  <a:pt x="3057773" y="3124161"/>
                </a:lnTo>
                <a:lnTo>
                  <a:pt x="0" y="312416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9" name="Freeform 9"/>
          <p:cNvSpPr/>
          <p:nvPr/>
        </p:nvSpPr>
        <p:spPr>
          <a:xfrm>
            <a:off x="8737169" y="4885485"/>
            <a:ext cx="361060" cy="361060"/>
          </a:xfrm>
          <a:custGeom>
            <a:avLst/>
            <a:gdLst/>
            <a:ahLst/>
            <a:cxnLst/>
            <a:rect l="l" t="t" r="r" b="b"/>
            <a:pathLst>
              <a:path w="361060" h="361060">
                <a:moveTo>
                  <a:pt x="0" y="0"/>
                </a:moveTo>
                <a:lnTo>
                  <a:pt x="361060" y="0"/>
                </a:lnTo>
                <a:lnTo>
                  <a:pt x="361060" y="361060"/>
                </a:lnTo>
                <a:lnTo>
                  <a:pt x="0" y="36106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0" name="Freeform 10"/>
          <p:cNvSpPr/>
          <p:nvPr/>
        </p:nvSpPr>
        <p:spPr>
          <a:xfrm>
            <a:off x="13311314" y="4885485"/>
            <a:ext cx="361060" cy="361060"/>
          </a:xfrm>
          <a:custGeom>
            <a:avLst/>
            <a:gdLst/>
            <a:ahLst/>
            <a:cxnLst/>
            <a:rect l="l" t="t" r="r" b="b"/>
            <a:pathLst>
              <a:path w="361060" h="361060">
                <a:moveTo>
                  <a:pt x="0" y="0"/>
                </a:moveTo>
                <a:lnTo>
                  <a:pt x="361060" y="0"/>
                </a:lnTo>
                <a:lnTo>
                  <a:pt x="361060" y="361060"/>
                </a:lnTo>
                <a:lnTo>
                  <a:pt x="0" y="36106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1" name="TextBox 11"/>
          <p:cNvSpPr txBox="1"/>
          <p:nvPr/>
        </p:nvSpPr>
        <p:spPr>
          <a:xfrm>
            <a:off x="9355181" y="4783213"/>
            <a:ext cx="2359128" cy="517978"/>
          </a:xfrm>
          <a:prstGeom prst="rect">
            <a:avLst/>
          </a:prstGeom>
        </p:spPr>
        <p:txBody>
          <a:bodyPr lIns="0" tIns="0" rIns="0" bIns="0" rtlCol="0" anchor="t">
            <a:spAutoFit/>
          </a:bodyPr>
          <a:lstStyle/>
          <a:p>
            <a:pPr algn="l">
              <a:lnSpc>
                <a:spcPts val="4358"/>
              </a:lnSpc>
            </a:pPr>
            <a:r>
              <a:rPr lang="en-US" sz="3113">
                <a:solidFill>
                  <a:srgbClr val="000000"/>
                </a:solidFill>
                <a:latin typeface="TT Hoves"/>
                <a:ea typeface="TT Hoves"/>
                <a:cs typeface="TT Hoves"/>
                <a:sym typeface="TT Hoves"/>
              </a:rPr>
              <a:t>Our Team</a:t>
            </a:r>
          </a:p>
        </p:txBody>
      </p:sp>
      <p:sp>
        <p:nvSpPr>
          <p:cNvPr id="12" name="TextBox 12"/>
          <p:cNvSpPr txBox="1"/>
          <p:nvPr/>
        </p:nvSpPr>
        <p:spPr>
          <a:xfrm>
            <a:off x="13929326" y="4783213"/>
            <a:ext cx="2359128" cy="517978"/>
          </a:xfrm>
          <a:prstGeom prst="rect">
            <a:avLst/>
          </a:prstGeom>
        </p:spPr>
        <p:txBody>
          <a:bodyPr lIns="0" tIns="0" rIns="0" bIns="0" rtlCol="0" anchor="t">
            <a:spAutoFit/>
          </a:bodyPr>
          <a:lstStyle/>
          <a:p>
            <a:pPr algn="l">
              <a:lnSpc>
                <a:spcPts val="4358"/>
              </a:lnSpc>
            </a:pPr>
            <a:r>
              <a:rPr lang="en-US" sz="3113">
                <a:solidFill>
                  <a:srgbClr val="000000"/>
                </a:solidFill>
                <a:latin typeface="TT Hoves"/>
                <a:ea typeface="TT Hoves"/>
                <a:cs typeface="TT Hoves"/>
                <a:sym typeface="TT Hoves"/>
              </a:rPr>
              <a:t>Advantages</a:t>
            </a:r>
          </a:p>
        </p:txBody>
      </p:sp>
      <p:sp>
        <p:nvSpPr>
          <p:cNvPr id="13" name="Freeform 13"/>
          <p:cNvSpPr/>
          <p:nvPr/>
        </p:nvSpPr>
        <p:spPr>
          <a:xfrm>
            <a:off x="8737169" y="5754522"/>
            <a:ext cx="361060" cy="361060"/>
          </a:xfrm>
          <a:custGeom>
            <a:avLst/>
            <a:gdLst/>
            <a:ahLst/>
            <a:cxnLst/>
            <a:rect l="l" t="t" r="r" b="b"/>
            <a:pathLst>
              <a:path w="361060" h="361060">
                <a:moveTo>
                  <a:pt x="0" y="0"/>
                </a:moveTo>
                <a:lnTo>
                  <a:pt x="361060" y="0"/>
                </a:lnTo>
                <a:lnTo>
                  <a:pt x="361060" y="361060"/>
                </a:lnTo>
                <a:lnTo>
                  <a:pt x="0" y="36106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4" name="Freeform 14"/>
          <p:cNvSpPr/>
          <p:nvPr/>
        </p:nvSpPr>
        <p:spPr>
          <a:xfrm>
            <a:off x="13311314" y="5754522"/>
            <a:ext cx="361060" cy="361060"/>
          </a:xfrm>
          <a:custGeom>
            <a:avLst/>
            <a:gdLst/>
            <a:ahLst/>
            <a:cxnLst/>
            <a:rect l="l" t="t" r="r" b="b"/>
            <a:pathLst>
              <a:path w="361060" h="361060">
                <a:moveTo>
                  <a:pt x="0" y="0"/>
                </a:moveTo>
                <a:lnTo>
                  <a:pt x="361060" y="0"/>
                </a:lnTo>
                <a:lnTo>
                  <a:pt x="361060" y="361060"/>
                </a:lnTo>
                <a:lnTo>
                  <a:pt x="0" y="36106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5" name="TextBox 15"/>
          <p:cNvSpPr txBox="1"/>
          <p:nvPr/>
        </p:nvSpPr>
        <p:spPr>
          <a:xfrm>
            <a:off x="9355181" y="5652250"/>
            <a:ext cx="2359128" cy="517978"/>
          </a:xfrm>
          <a:prstGeom prst="rect">
            <a:avLst/>
          </a:prstGeom>
        </p:spPr>
        <p:txBody>
          <a:bodyPr lIns="0" tIns="0" rIns="0" bIns="0" rtlCol="0" anchor="t">
            <a:spAutoFit/>
          </a:bodyPr>
          <a:lstStyle/>
          <a:p>
            <a:pPr algn="l">
              <a:lnSpc>
                <a:spcPts val="4358"/>
              </a:lnSpc>
            </a:pPr>
            <a:r>
              <a:rPr lang="en-US" sz="3113">
                <a:solidFill>
                  <a:srgbClr val="000000"/>
                </a:solidFill>
                <a:latin typeface="TT Hoves"/>
                <a:ea typeface="TT Hoves"/>
                <a:cs typeface="TT Hoves"/>
                <a:sym typeface="TT Hoves"/>
              </a:rPr>
              <a:t>Definition</a:t>
            </a:r>
          </a:p>
        </p:txBody>
      </p:sp>
      <p:sp>
        <p:nvSpPr>
          <p:cNvPr id="16" name="TextBox 16"/>
          <p:cNvSpPr txBox="1"/>
          <p:nvPr/>
        </p:nvSpPr>
        <p:spPr>
          <a:xfrm>
            <a:off x="13929326" y="5652250"/>
            <a:ext cx="2359128" cy="517978"/>
          </a:xfrm>
          <a:prstGeom prst="rect">
            <a:avLst/>
          </a:prstGeom>
        </p:spPr>
        <p:txBody>
          <a:bodyPr lIns="0" tIns="0" rIns="0" bIns="0" rtlCol="0" anchor="t">
            <a:spAutoFit/>
          </a:bodyPr>
          <a:lstStyle/>
          <a:p>
            <a:pPr algn="l">
              <a:lnSpc>
                <a:spcPts val="4358"/>
              </a:lnSpc>
            </a:pPr>
            <a:r>
              <a:rPr lang="en-US" sz="3113">
                <a:solidFill>
                  <a:srgbClr val="000000"/>
                </a:solidFill>
                <a:latin typeface="TT Hoves"/>
                <a:ea typeface="TT Hoves"/>
                <a:cs typeface="TT Hoves"/>
                <a:sym typeface="TT Hoves"/>
              </a:rPr>
              <a:t>The Tools</a:t>
            </a:r>
          </a:p>
        </p:txBody>
      </p:sp>
      <p:sp>
        <p:nvSpPr>
          <p:cNvPr id="17" name="TextBox 17"/>
          <p:cNvSpPr txBox="1"/>
          <p:nvPr/>
        </p:nvSpPr>
        <p:spPr>
          <a:xfrm>
            <a:off x="9355181" y="6521287"/>
            <a:ext cx="2359128" cy="517978"/>
          </a:xfrm>
          <a:prstGeom prst="rect">
            <a:avLst/>
          </a:prstGeom>
        </p:spPr>
        <p:txBody>
          <a:bodyPr lIns="0" tIns="0" rIns="0" bIns="0" rtlCol="0" anchor="t">
            <a:spAutoFit/>
          </a:bodyPr>
          <a:lstStyle/>
          <a:p>
            <a:pPr algn="l">
              <a:lnSpc>
                <a:spcPts val="4358"/>
              </a:lnSpc>
            </a:pPr>
            <a:r>
              <a:rPr lang="en-US" sz="3113">
                <a:solidFill>
                  <a:srgbClr val="000000"/>
                </a:solidFill>
                <a:latin typeface="TT Hoves"/>
                <a:ea typeface="TT Hoves"/>
                <a:cs typeface="TT Hoves"/>
                <a:sym typeface="TT Hoves"/>
              </a:rPr>
              <a:t>Objectives</a:t>
            </a:r>
          </a:p>
        </p:txBody>
      </p:sp>
      <p:sp>
        <p:nvSpPr>
          <p:cNvPr id="18" name="TextBox 18"/>
          <p:cNvSpPr txBox="1"/>
          <p:nvPr/>
        </p:nvSpPr>
        <p:spPr>
          <a:xfrm>
            <a:off x="13929326" y="6521287"/>
            <a:ext cx="2359128" cy="517978"/>
          </a:xfrm>
          <a:prstGeom prst="rect">
            <a:avLst/>
          </a:prstGeom>
        </p:spPr>
        <p:txBody>
          <a:bodyPr lIns="0" tIns="0" rIns="0" bIns="0" rtlCol="0" anchor="t">
            <a:spAutoFit/>
          </a:bodyPr>
          <a:lstStyle/>
          <a:p>
            <a:pPr algn="l">
              <a:lnSpc>
                <a:spcPts val="4358"/>
              </a:lnSpc>
            </a:pPr>
            <a:r>
              <a:rPr lang="en-US" sz="3113">
                <a:solidFill>
                  <a:srgbClr val="000000"/>
                </a:solidFill>
                <a:latin typeface="TT Hoves"/>
                <a:ea typeface="TT Hoves"/>
                <a:cs typeface="TT Hoves"/>
                <a:sym typeface="TT Hoves"/>
              </a:rPr>
              <a:t>The Tools</a:t>
            </a:r>
          </a:p>
        </p:txBody>
      </p:sp>
      <p:sp>
        <p:nvSpPr>
          <p:cNvPr id="19" name="Freeform 19"/>
          <p:cNvSpPr/>
          <p:nvPr/>
        </p:nvSpPr>
        <p:spPr>
          <a:xfrm>
            <a:off x="8737169" y="6619835"/>
            <a:ext cx="361060" cy="361060"/>
          </a:xfrm>
          <a:custGeom>
            <a:avLst/>
            <a:gdLst/>
            <a:ahLst/>
            <a:cxnLst/>
            <a:rect l="l" t="t" r="r" b="b"/>
            <a:pathLst>
              <a:path w="361060" h="361060">
                <a:moveTo>
                  <a:pt x="0" y="0"/>
                </a:moveTo>
                <a:lnTo>
                  <a:pt x="361060" y="0"/>
                </a:lnTo>
                <a:lnTo>
                  <a:pt x="361060" y="361060"/>
                </a:lnTo>
                <a:lnTo>
                  <a:pt x="0" y="36106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20" name="Freeform 20"/>
          <p:cNvSpPr/>
          <p:nvPr/>
        </p:nvSpPr>
        <p:spPr>
          <a:xfrm>
            <a:off x="13311314" y="6619835"/>
            <a:ext cx="361060" cy="361060"/>
          </a:xfrm>
          <a:custGeom>
            <a:avLst/>
            <a:gdLst/>
            <a:ahLst/>
            <a:cxnLst/>
            <a:rect l="l" t="t" r="r" b="b"/>
            <a:pathLst>
              <a:path w="361060" h="361060">
                <a:moveTo>
                  <a:pt x="0" y="0"/>
                </a:moveTo>
                <a:lnTo>
                  <a:pt x="361060" y="0"/>
                </a:lnTo>
                <a:lnTo>
                  <a:pt x="361060" y="361060"/>
                </a:lnTo>
                <a:lnTo>
                  <a:pt x="0" y="36106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21" name="TextBox 21"/>
          <p:cNvSpPr txBox="1"/>
          <p:nvPr/>
        </p:nvSpPr>
        <p:spPr>
          <a:xfrm>
            <a:off x="9355181" y="7390324"/>
            <a:ext cx="3271810" cy="517978"/>
          </a:xfrm>
          <a:prstGeom prst="rect">
            <a:avLst/>
          </a:prstGeom>
        </p:spPr>
        <p:txBody>
          <a:bodyPr lIns="0" tIns="0" rIns="0" bIns="0" rtlCol="0" anchor="t">
            <a:spAutoFit/>
          </a:bodyPr>
          <a:lstStyle/>
          <a:p>
            <a:pPr algn="l">
              <a:lnSpc>
                <a:spcPts val="4358"/>
              </a:lnSpc>
            </a:pPr>
            <a:r>
              <a:rPr lang="en-US" sz="3113">
                <a:solidFill>
                  <a:srgbClr val="000000"/>
                </a:solidFill>
                <a:latin typeface="TT Hoves"/>
                <a:ea typeface="TT Hoves"/>
                <a:cs typeface="TT Hoves"/>
                <a:sym typeface="TT Hoves"/>
              </a:rPr>
              <a:t>Implementation</a:t>
            </a:r>
          </a:p>
        </p:txBody>
      </p:sp>
      <p:sp>
        <p:nvSpPr>
          <p:cNvPr id="22" name="Freeform 22"/>
          <p:cNvSpPr/>
          <p:nvPr/>
        </p:nvSpPr>
        <p:spPr>
          <a:xfrm>
            <a:off x="8737169" y="7488872"/>
            <a:ext cx="361060" cy="361060"/>
          </a:xfrm>
          <a:custGeom>
            <a:avLst/>
            <a:gdLst/>
            <a:ahLst/>
            <a:cxnLst/>
            <a:rect l="l" t="t" r="r" b="b"/>
            <a:pathLst>
              <a:path w="361060" h="361060">
                <a:moveTo>
                  <a:pt x="0" y="0"/>
                </a:moveTo>
                <a:lnTo>
                  <a:pt x="361060" y="0"/>
                </a:lnTo>
                <a:lnTo>
                  <a:pt x="361060" y="361060"/>
                </a:lnTo>
                <a:lnTo>
                  <a:pt x="0" y="36106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6237CF"/>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2082627" y="6675873"/>
            <a:ext cx="1880370" cy="1880362"/>
            <a:chOff x="0" y="0"/>
            <a:chExt cx="6350000" cy="6349975"/>
          </a:xfrm>
        </p:grpSpPr>
        <p:sp>
          <p:nvSpPr>
            <p:cNvPr id="3" name="Freeform 3"/>
            <p:cNvSpPr/>
            <p:nvPr/>
          </p:nvSpPr>
          <p:spPr>
            <a:xfrm>
              <a:off x="0" y="0"/>
              <a:ext cx="6350000" cy="6349974"/>
            </a:xfrm>
            <a:custGeom>
              <a:avLst/>
              <a:gdLst/>
              <a:ahLst/>
              <a:cxnLst/>
              <a:rect l="l" t="t" r="r" b="b"/>
              <a:pathLst>
                <a:path w="6350000" h="6349974">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2"/>
              <a:stretch>
                <a:fillRect t="-25047" b="-25047"/>
              </a:stretch>
            </a:blipFill>
          </p:spPr>
        </p:sp>
      </p:grpSp>
      <p:grpSp>
        <p:nvGrpSpPr>
          <p:cNvPr id="4" name="Group 4"/>
          <p:cNvGrpSpPr>
            <a:grpSpLocks noChangeAspect="1"/>
          </p:cNvGrpSpPr>
          <p:nvPr/>
        </p:nvGrpSpPr>
        <p:grpSpPr>
          <a:xfrm>
            <a:off x="9868188" y="6675873"/>
            <a:ext cx="1880370" cy="1880362"/>
            <a:chOff x="0" y="0"/>
            <a:chExt cx="6350000" cy="6349975"/>
          </a:xfrm>
        </p:grpSpPr>
        <p:sp>
          <p:nvSpPr>
            <p:cNvPr id="5" name="Freeform 5"/>
            <p:cNvSpPr/>
            <p:nvPr/>
          </p:nvSpPr>
          <p:spPr>
            <a:xfrm>
              <a:off x="0" y="0"/>
              <a:ext cx="6350000" cy="6349974"/>
            </a:xfrm>
            <a:custGeom>
              <a:avLst/>
              <a:gdLst/>
              <a:ahLst/>
              <a:cxnLst/>
              <a:rect l="l" t="t" r="r" b="b"/>
              <a:pathLst>
                <a:path w="6350000" h="6349974">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3"/>
              <a:stretch>
                <a:fillRect l="-37560" t="-10707" r="-104553" b="-50903"/>
              </a:stretch>
            </a:blipFill>
          </p:spPr>
        </p:sp>
      </p:grpSp>
      <p:grpSp>
        <p:nvGrpSpPr>
          <p:cNvPr id="6" name="Group 6"/>
          <p:cNvGrpSpPr>
            <a:grpSpLocks noChangeAspect="1"/>
          </p:cNvGrpSpPr>
          <p:nvPr/>
        </p:nvGrpSpPr>
        <p:grpSpPr>
          <a:xfrm>
            <a:off x="2082627" y="3392673"/>
            <a:ext cx="1880370" cy="1880362"/>
            <a:chOff x="0" y="0"/>
            <a:chExt cx="6350000" cy="6349975"/>
          </a:xfrm>
        </p:grpSpPr>
        <p:sp>
          <p:nvSpPr>
            <p:cNvPr id="7" name="Freeform 7"/>
            <p:cNvSpPr/>
            <p:nvPr/>
          </p:nvSpPr>
          <p:spPr>
            <a:xfrm>
              <a:off x="0" y="0"/>
              <a:ext cx="6350000" cy="6349974"/>
            </a:xfrm>
            <a:custGeom>
              <a:avLst/>
              <a:gdLst/>
              <a:ahLst/>
              <a:cxnLst/>
              <a:rect l="l" t="t" r="r" b="b"/>
              <a:pathLst>
                <a:path w="6350000" h="6349974">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4"/>
              <a:stretch>
                <a:fillRect b="-50094"/>
              </a:stretch>
            </a:blipFill>
          </p:spPr>
        </p:sp>
      </p:grpSp>
      <p:grpSp>
        <p:nvGrpSpPr>
          <p:cNvPr id="8" name="Group 8"/>
          <p:cNvGrpSpPr>
            <a:grpSpLocks noChangeAspect="1"/>
          </p:cNvGrpSpPr>
          <p:nvPr/>
        </p:nvGrpSpPr>
        <p:grpSpPr>
          <a:xfrm>
            <a:off x="9868188" y="3392673"/>
            <a:ext cx="1880370" cy="1880362"/>
            <a:chOff x="0" y="0"/>
            <a:chExt cx="6350000" cy="6349975"/>
          </a:xfrm>
        </p:grpSpPr>
        <p:sp>
          <p:nvSpPr>
            <p:cNvPr id="9" name="Freeform 9"/>
            <p:cNvSpPr/>
            <p:nvPr/>
          </p:nvSpPr>
          <p:spPr>
            <a:xfrm>
              <a:off x="0" y="0"/>
              <a:ext cx="6350000" cy="6349974"/>
            </a:xfrm>
            <a:custGeom>
              <a:avLst/>
              <a:gdLst/>
              <a:ahLst/>
              <a:cxnLst/>
              <a:rect l="l" t="t" r="r" b="b"/>
              <a:pathLst>
                <a:path w="6350000" h="6349974">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5"/>
              <a:stretch>
                <a:fillRect t="-18610" b="-18610"/>
              </a:stretch>
            </a:blipFill>
          </p:spPr>
        </p:sp>
      </p:grpSp>
      <p:sp>
        <p:nvSpPr>
          <p:cNvPr id="10" name="Freeform 10"/>
          <p:cNvSpPr/>
          <p:nvPr/>
        </p:nvSpPr>
        <p:spPr>
          <a:xfrm rot="-326522">
            <a:off x="-325544" y="676706"/>
            <a:ext cx="2708487" cy="2593377"/>
          </a:xfrm>
          <a:custGeom>
            <a:avLst/>
            <a:gdLst/>
            <a:ahLst/>
            <a:cxnLst/>
            <a:rect l="l" t="t" r="r" b="b"/>
            <a:pathLst>
              <a:path w="2708487" h="2593377">
                <a:moveTo>
                  <a:pt x="0" y="0"/>
                </a:moveTo>
                <a:lnTo>
                  <a:pt x="2708488" y="0"/>
                </a:lnTo>
                <a:lnTo>
                  <a:pt x="2708488" y="2593377"/>
                </a:lnTo>
                <a:lnTo>
                  <a:pt x="0" y="259337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Freeform 11"/>
          <p:cNvSpPr/>
          <p:nvPr/>
        </p:nvSpPr>
        <p:spPr>
          <a:xfrm rot="-326522" flipH="1">
            <a:off x="15866204" y="3883037"/>
            <a:ext cx="2708487" cy="2593377"/>
          </a:xfrm>
          <a:custGeom>
            <a:avLst/>
            <a:gdLst/>
            <a:ahLst/>
            <a:cxnLst/>
            <a:rect l="l" t="t" r="r" b="b"/>
            <a:pathLst>
              <a:path w="2708487" h="2593377">
                <a:moveTo>
                  <a:pt x="2708487" y="0"/>
                </a:moveTo>
                <a:lnTo>
                  <a:pt x="0" y="0"/>
                </a:lnTo>
                <a:lnTo>
                  <a:pt x="0" y="2593377"/>
                </a:lnTo>
                <a:lnTo>
                  <a:pt x="2708487" y="2593377"/>
                </a:lnTo>
                <a:lnTo>
                  <a:pt x="2708487"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2" name="Freeform 12"/>
          <p:cNvSpPr/>
          <p:nvPr/>
        </p:nvSpPr>
        <p:spPr>
          <a:xfrm>
            <a:off x="14854977" y="952718"/>
            <a:ext cx="2312430" cy="2360054"/>
          </a:xfrm>
          <a:custGeom>
            <a:avLst/>
            <a:gdLst/>
            <a:ahLst/>
            <a:cxnLst/>
            <a:rect l="l" t="t" r="r" b="b"/>
            <a:pathLst>
              <a:path w="2312430" h="2360054">
                <a:moveTo>
                  <a:pt x="0" y="0"/>
                </a:moveTo>
                <a:lnTo>
                  <a:pt x="2312430" y="0"/>
                </a:lnTo>
                <a:lnTo>
                  <a:pt x="2312430" y="2360054"/>
                </a:lnTo>
                <a:lnTo>
                  <a:pt x="0" y="2360054"/>
                </a:lnTo>
                <a:lnTo>
                  <a:pt x="0" y="0"/>
                </a:lnTo>
                <a:close/>
              </a:path>
            </a:pathLst>
          </a:custGeom>
          <a:blipFill>
            <a:blip r:embed="rId8">
              <a:extLst>
                <a:ext uri="{96DAC541-7B7A-43D3-8B79-37D633B846F1}">
                  <asvg:svgBlip xmlns:asvg="http://schemas.microsoft.com/office/drawing/2016/SVG/main" r:embed="rId9"/>
                </a:ext>
              </a:extLst>
            </a:blip>
            <a:stretch>
              <a:fillRect t="-74351" r="-77497"/>
            </a:stretch>
          </a:blipFill>
        </p:spPr>
      </p:sp>
      <p:sp>
        <p:nvSpPr>
          <p:cNvPr id="13" name="Freeform 13"/>
          <p:cNvSpPr/>
          <p:nvPr/>
        </p:nvSpPr>
        <p:spPr>
          <a:xfrm rot="203512">
            <a:off x="-1402105" y="7967594"/>
            <a:ext cx="4350068" cy="2658979"/>
          </a:xfrm>
          <a:custGeom>
            <a:avLst/>
            <a:gdLst/>
            <a:ahLst/>
            <a:cxnLst/>
            <a:rect l="l" t="t" r="r" b="b"/>
            <a:pathLst>
              <a:path w="4350068" h="2658979">
                <a:moveTo>
                  <a:pt x="0" y="0"/>
                </a:moveTo>
                <a:lnTo>
                  <a:pt x="4350068" y="0"/>
                </a:lnTo>
                <a:lnTo>
                  <a:pt x="4350068" y="2658979"/>
                </a:lnTo>
                <a:lnTo>
                  <a:pt x="0" y="2658979"/>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4" name="TextBox 14"/>
          <p:cNvSpPr txBox="1"/>
          <p:nvPr/>
        </p:nvSpPr>
        <p:spPr>
          <a:xfrm>
            <a:off x="5475091" y="857250"/>
            <a:ext cx="7337818" cy="1566544"/>
          </a:xfrm>
          <a:prstGeom prst="rect">
            <a:avLst/>
          </a:prstGeom>
        </p:spPr>
        <p:txBody>
          <a:bodyPr lIns="0" tIns="0" rIns="0" bIns="0" rtlCol="0" anchor="t">
            <a:spAutoFit/>
          </a:bodyPr>
          <a:lstStyle/>
          <a:p>
            <a:pPr algn="ctr">
              <a:lnSpc>
                <a:spcPts val="12880"/>
              </a:lnSpc>
            </a:pPr>
            <a:r>
              <a:rPr lang="en-US" sz="9200" b="1">
                <a:solidFill>
                  <a:srgbClr val="F9F5E7"/>
                </a:solidFill>
                <a:latin typeface="Cy Grotesk Key Bold"/>
                <a:ea typeface="Cy Grotesk Key Bold"/>
                <a:cs typeface="Cy Grotesk Key Bold"/>
                <a:sym typeface="Cy Grotesk Key Bold"/>
              </a:rPr>
              <a:t>Our Team</a:t>
            </a:r>
          </a:p>
        </p:txBody>
      </p:sp>
      <p:sp>
        <p:nvSpPr>
          <p:cNvPr id="15" name="TextBox 15"/>
          <p:cNvSpPr txBox="1"/>
          <p:nvPr/>
        </p:nvSpPr>
        <p:spPr>
          <a:xfrm>
            <a:off x="4389285" y="4452456"/>
            <a:ext cx="3351905" cy="410997"/>
          </a:xfrm>
          <a:prstGeom prst="rect">
            <a:avLst/>
          </a:prstGeom>
        </p:spPr>
        <p:txBody>
          <a:bodyPr lIns="0" tIns="0" rIns="0" bIns="0" rtlCol="0" anchor="t">
            <a:spAutoFit/>
          </a:bodyPr>
          <a:lstStyle/>
          <a:p>
            <a:pPr algn="l">
              <a:lnSpc>
                <a:spcPts val="3430"/>
              </a:lnSpc>
              <a:spcBef>
                <a:spcPct val="0"/>
              </a:spcBef>
            </a:pPr>
            <a:r>
              <a:rPr lang="en-US" sz="2450" i="1">
                <a:solidFill>
                  <a:srgbClr val="F9F5E7"/>
                </a:solidFill>
                <a:latin typeface="Canva Sans Italics"/>
                <a:ea typeface="Canva Sans Italics"/>
                <a:cs typeface="Canva Sans Italics"/>
                <a:sym typeface="Canva Sans Italics"/>
              </a:rPr>
              <a:t>Marketing Manager</a:t>
            </a:r>
          </a:p>
        </p:txBody>
      </p:sp>
      <p:sp>
        <p:nvSpPr>
          <p:cNvPr id="16" name="TextBox 16"/>
          <p:cNvSpPr txBox="1"/>
          <p:nvPr/>
        </p:nvSpPr>
        <p:spPr>
          <a:xfrm>
            <a:off x="12006902" y="4632374"/>
            <a:ext cx="3351905" cy="410997"/>
          </a:xfrm>
          <a:prstGeom prst="rect">
            <a:avLst/>
          </a:prstGeom>
        </p:spPr>
        <p:txBody>
          <a:bodyPr lIns="0" tIns="0" rIns="0" bIns="0" rtlCol="0" anchor="t">
            <a:spAutoFit/>
          </a:bodyPr>
          <a:lstStyle/>
          <a:p>
            <a:pPr algn="l">
              <a:lnSpc>
                <a:spcPts val="3430"/>
              </a:lnSpc>
              <a:spcBef>
                <a:spcPct val="0"/>
              </a:spcBef>
            </a:pPr>
            <a:r>
              <a:rPr lang="en-US" sz="2450" i="1">
                <a:solidFill>
                  <a:srgbClr val="F9F5E7"/>
                </a:solidFill>
                <a:latin typeface="Canva Sans Italics"/>
                <a:ea typeface="Canva Sans Italics"/>
                <a:cs typeface="Canva Sans Italics"/>
                <a:sym typeface="Canva Sans Italics"/>
              </a:rPr>
              <a:t>Supervisor</a:t>
            </a:r>
          </a:p>
        </p:txBody>
      </p:sp>
      <p:sp>
        <p:nvSpPr>
          <p:cNvPr id="17" name="TextBox 17"/>
          <p:cNvSpPr txBox="1"/>
          <p:nvPr/>
        </p:nvSpPr>
        <p:spPr>
          <a:xfrm>
            <a:off x="4287455" y="7735656"/>
            <a:ext cx="3351905" cy="410997"/>
          </a:xfrm>
          <a:prstGeom prst="rect">
            <a:avLst/>
          </a:prstGeom>
        </p:spPr>
        <p:txBody>
          <a:bodyPr lIns="0" tIns="0" rIns="0" bIns="0" rtlCol="0" anchor="t">
            <a:spAutoFit/>
          </a:bodyPr>
          <a:lstStyle/>
          <a:p>
            <a:pPr algn="l">
              <a:lnSpc>
                <a:spcPts val="3430"/>
              </a:lnSpc>
              <a:spcBef>
                <a:spcPct val="0"/>
              </a:spcBef>
            </a:pPr>
            <a:r>
              <a:rPr lang="en-US" sz="2450" i="1">
                <a:solidFill>
                  <a:srgbClr val="F9F5E7"/>
                </a:solidFill>
                <a:latin typeface="Canva Sans Italics"/>
                <a:ea typeface="Canva Sans Italics"/>
                <a:cs typeface="Canva Sans Italics"/>
                <a:sym typeface="Canva Sans Italics"/>
              </a:rPr>
              <a:t>Staff</a:t>
            </a:r>
          </a:p>
        </p:txBody>
      </p:sp>
      <p:sp>
        <p:nvSpPr>
          <p:cNvPr id="18" name="TextBox 18"/>
          <p:cNvSpPr txBox="1"/>
          <p:nvPr/>
        </p:nvSpPr>
        <p:spPr>
          <a:xfrm>
            <a:off x="12120021" y="7735656"/>
            <a:ext cx="3351905" cy="410997"/>
          </a:xfrm>
          <a:prstGeom prst="rect">
            <a:avLst/>
          </a:prstGeom>
        </p:spPr>
        <p:txBody>
          <a:bodyPr lIns="0" tIns="0" rIns="0" bIns="0" rtlCol="0" anchor="t">
            <a:spAutoFit/>
          </a:bodyPr>
          <a:lstStyle/>
          <a:p>
            <a:pPr algn="l">
              <a:lnSpc>
                <a:spcPts val="3430"/>
              </a:lnSpc>
              <a:spcBef>
                <a:spcPct val="0"/>
              </a:spcBef>
            </a:pPr>
            <a:r>
              <a:rPr lang="en-US" sz="2450" i="1">
                <a:solidFill>
                  <a:srgbClr val="F9F5E7"/>
                </a:solidFill>
                <a:latin typeface="Canva Sans Italics"/>
                <a:ea typeface="Canva Sans Italics"/>
                <a:cs typeface="Canva Sans Italics"/>
                <a:sym typeface="Canva Sans Italics"/>
              </a:rPr>
              <a:t>Staff</a:t>
            </a:r>
          </a:p>
        </p:txBody>
      </p:sp>
      <p:sp>
        <p:nvSpPr>
          <p:cNvPr id="19" name="TextBox 19"/>
          <p:cNvSpPr txBox="1"/>
          <p:nvPr/>
        </p:nvSpPr>
        <p:spPr>
          <a:xfrm>
            <a:off x="4357445" y="3684247"/>
            <a:ext cx="5181732" cy="648607"/>
          </a:xfrm>
          <a:prstGeom prst="rect">
            <a:avLst/>
          </a:prstGeom>
        </p:spPr>
        <p:txBody>
          <a:bodyPr lIns="0" tIns="0" rIns="0" bIns="0" rtlCol="0" anchor="t">
            <a:spAutoFit/>
          </a:bodyPr>
          <a:lstStyle/>
          <a:p>
            <a:pPr algn="l">
              <a:lnSpc>
                <a:spcPts val="5303"/>
              </a:lnSpc>
              <a:spcBef>
                <a:spcPct val="0"/>
              </a:spcBef>
            </a:pPr>
            <a:r>
              <a:rPr lang="en-US" sz="3788" b="1">
                <a:solidFill>
                  <a:srgbClr val="F9F5E7"/>
                </a:solidFill>
                <a:latin typeface="Canva Sans Bold"/>
                <a:ea typeface="Canva Sans Bold"/>
                <a:cs typeface="Canva Sans Bold"/>
                <a:sym typeface="Canva Sans Bold"/>
              </a:rPr>
              <a:t>Bailey Dupont</a:t>
            </a:r>
          </a:p>
        </p:txBody>
      </p:sp>
      <p:sp>
        <p:nvSpPr>
          <p:cNvPr id="20" name="TextBox 20"/>
          <p:cNvSpPr txBox="1"/>
          <p:nvPr/>
        </p:nvSpPr>
        <p:spPr>
          <a:xfrm>
            <a:off x="11985675" y="3864165"/>
            <a:ext cx="5181732" cy="648607"/>
          </a:xfrm>
          <a:prstGeom prst="rect">
            <a:avLst/>
          </a:prstGeom>
        </p:spPr>
        <p:txBody>
          <a:bodyPr lIns="0" tIns="0" rIns="0" bIns="0" rtlCol="0" anchor="t">
            <a:spAutoFit/>
          </a:bodyPr>
          <a:lstStyle/>
          <a:p>
            <a:pPr algn="l">
              <a:lnSpc>
                <a:spcPts val="5303"/>
              </a:lnSpc>
            </a:pPr>
            <a:r>
              <a:rPr lang="en-US" sz="3788" b="1">
                <a:solidFill>
                  <a:srgbClr val="F9F5E7"/>
                </a:solidFill>
                <a:latin typeface="Canva Sans Bold"/>
                <a:ea typeface="Canva Sans Bold"/>
                <a:cs typeface="Canva Sans Bold"/>
                <a:sym typeface="Canva Sans Bold"/>
              </a:rPr>
              <a:t>Drew Feig</a:t>
            </a:r>
          </a:p>
        </p:txBody>
      </p:sp>
      <p:sp>
        <p:nvSpPr>
          <p:cNvPr id="21" name="TextBox 21"/>
          <p:cNvSpPr txBox="1"/>
          <p:nvPr/>
        </p:nvSpPr>
        <p:spPr>
          <a:xfrm>
            <a:off x="4287455" y="6967447"/>
            <a:ext cx="5181732" cy="648607"/>
          </a:xfrm>
          <a:prstGeom prst="rect">
            <a:avLst/>
          </a:prstGeom>
        </p:spPr>
        <p:txBody>
          <a:bodyPr lIns="0" tIns="0" rIns="0" bIns="0" rtlCol="0" anchor="t">
            <a:spAutoFit/>
          </a:bodyPr>
          <a:lstStyle/>
          <a:p>
            <a:pPr algn="l">
              <a:lnSpc>
                <a:spcPts val="5303"/>
              </a:lnSpc>
              <a:spcBef>
                <a:spcPct val="0"/>
              </a:spcBef>
            </a:pPr>
            <a:r>
              <a:rPr lang="en-US" sz="3788" b="1">
                <a:solidFill>
                  <a:srgbClr val="F9F5E7"/>
                </a:solidFill>
                <a:latin typeface="Canva Sans Bold"/>
                <a:ea typeface="Canva Sans Bold"/>
                <a:cs typeface="Canva Sans Bold"/>
                <a:sym typeface="Canva Sans Bold"/>
              </a:rPr>
              <a:t>Helene Paquet</a:t>
            </a:r>
          </a:p>
        </p:txBody>
      </p:sp>
      <p:sp>
        <p:nvSpPr>
          <p:cNvPr id="22" name="TextBox 22"/>
          <p:cNvSpPr txBox="1"/>
          <p:nvPr/>
        </p:nvSpPr>
        <p:spPr>
          <a:xfrm>
            <a:off x="12077568" y="6967447"/>
            <a:ext cx="5181732" cy="648607"/>
          </a:xfrm>
          <a:prstGeom prst="rect">
            <a:avLst/>
          </a:prstGeom>
        </p:spPr>
        <p:txBody>
          <a:bodyPr lIns="0" tIns="0" rIns="0" bIns="0" rtlCol="0" anchor="t">
            <a:spAutoFit/>
          </a:bodyPr>
          <a:lstStyle/>
          <a:p>
            <a:pPr algn="l">
              <a:lnSpc>
                <a:spcPts val="5303"/>
              </a:lnSpc>
              <a:spcBef>
                <a:spcPct val="0"/>
              </a:spcBef>
            </a:pPr>
            <a:r>
              <a:rPr lang="en-US" sz="3788" b="1">
                <a:solidFill>
                  <a:srgbClr val="F9F5E7"/>
                </a:solidFill>
                <a:latin typeface="Canva Sans Bold"/>
                <a:ea typeface="Canva Sans Bold"/>
                <a:cs typeface="Canva Sans Bold"/>
                <a:sym typeface="Canva Sans Bold"/>
              </a:rPr>
              <a:t>Harumi Kobayashi</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1860078" y="1643160"/>
            <a:ext cx="14567843" cy="7000680"/>
            <a:chOff x="0" y="0"/>
            <a:chExt cx="3653200" cy="1755571"/>
          </a:xfrm>
        </p:grpSpPr>
        <p:sp>
          <p:nvSpPr>
            <p:cNvPr id="4" name="Freeform 4"/>
            <p:cNvSpPr/>
            <p:nvPr/>
          </p:nvSpPr>
          <p:spPr>
            <a:xfrm>
              <a:off x="0" y="0"/>
              <a:ext cx="3653199" cy="1755571"/>
            </a:xfrm>
            <a:custGeom>
              <a:avLst/>
              <a:gdLst/>
              <a:ahLst/>
              <a:cxnLst/>
              <a:rect l="l" t="t" r="r" b="b"/>
              <a:pathLst>
                <a:path w="3653199" h="1755571">
                  <a:moveTo>
                    <a:pt x="27103" y="0"/>
                  </a:moveTo>
                  <a:lnTo>
                    <a:pt x="3626096" y="0"/>
                  </a:lnTo>
                  <a:cubicBezTo>
                    <a:pt x="3633284" y="0"/>
                    <a:pt x="3640178" y="2856"/>
                    <a:pt x="3645261" y="7938"/>
                  </a:cubicBezTo>
                  <a:cubicBezTo>
                    <a:pt x="3650344" y="13021"/>
                    <a:pt x="3653199" y="19915"/>
                    <a:pt x="3653199" y="27103"/>
                  </a:cubicBezTo>
                  <a:lnTo>
                    <a:pt x="3653199" y="1728468"/>
                  </a:lnTo>
                  <a:cubicBezTo>
                    <a:pt x="3653199" y="1735656"/>
                    <a:pt x="3650344" y="1742550"/>
                    <a:pt x="3645261" y="1747632"/>
                  </a:cubicBezTo>
                  <a:cubicBezTo>
                    <a:pt x="3640178" y="1752715"/>
                    <a:pt x="3633284" y="1755571"/>
                    <a:pt x="3626096" y="1755571"/>
                  </a:cubicBezTo>
                  <a:lnTo>
                    <a:pt x="27103" y="1755571"/>
                  </a:lnTo>
                  <a:cubicBezTo>
                    <a:pt x="19915" y="1755571"/>
                    <a:pt x="13021" y="1752715"/>
                    <a:pt x="7938" y="1747632"/>
                  </a:cubicBezTo>
                  <a:cubicBezTo>
                    <a:pt x="2856" y="1742550"/>
                    <a:pt x="0" y="1735656"/>
                    <a:pt x="0" y="1728468"/>
                  </a:cubicBezTo>
                  <a:lnTo>
                    <a:pt x="0" y="27103"/>
                  </a:lnTo>
                  <a:cubicBezTo>
                    <a:pt x="0" y="19915"/>
                    <a:pt x="2856" y="13021"/>
                    <a:pt x="7938" y="7938"/>
                  </a:cubicBezTo>
                  <a:cubicBezTo>
                    <a:pt x="13021" y="2856"/>
                    <a:pt x="19915" y="0"/>
                    <a:pt x="27103" y="0"/>
                  </a:cubicBezTo>
                  <a:close/>
                </a:path>
              </a:pathLst>
            </a:custGeom>
            <a:solidFill>
              <a:srgbClr val="F0BA40"/>
            </a:solidFill>
            <a:ln w="38100" cap="rnd">
              <a:solidFill>
                <a:srgbClr val="243037"/>
              </a:solidFill>
              <a:prstDash val="solid"/>
              <a:round/>
            </a:ln>
          </p:spPr>
        </p:sp>
        <p:sp>
          <p:nvSpPr>
            <p:cNvPr id="5" name="TextBox 5"/>
            <p:cNvSpPr txBox="1"/>
            <p:nvPr/>
          </p:nvSpPr>
          <p:spPr>
            <a:xfrm>
              <a:off x="0" y="-38100"/>
              <a:ext cx="3653200" cy="1793671"/>
            </a:xfrm>
            <a:prstGeom prst="rect">
              <a:avLst/>
            </a:prstGeom>
          </p:spPr>
          <p:txBody>
            <a:bodyPr lIns="50800" tIns="50800" rIns="50800" bIns="50800" rtlCol="0" anchor="ctr"/>
            <a:lstStyle/>
            <a:p>
              <a:pPr algn="ctr">
                <a:lnSpc>
                  <a:spcPts val="2659"/>
                </a:lnSpc>
                <a:spcBef>
                  <a:spcPct val="0"/>
                </a:spcBef>
              </a:pPr>
              <a:endParaRPr/>
            </a:p>
          </p:txBody>
        </p:sp>
      </p:grpSp>
      <p:sp>
        <p:nvSpPr>
          <p:cNvPr id="6" name="Freeform 6"/>
          <p:cNvSpPr/>
          <p:nvPr/>
        </p:nvSpPr>
        <p:spPr>
          <a:xfrm rot="-445468">
            <a:off x="-794631" y="1041526"/>
            <a:ext cx="5309419" cy="4114800"/>
          </a:xfrm>
          <a:custGeom>
            <a:avLst/>
            <a:gdLst/>
            <a:ahLst/>
            <a:cxnLst/>
            <a:rect l="l" t="t" r="r" b="b"/>
            <a:pathLst>
              <a:path w="5309419" h="4114800">
                <a:moveTo>
                  <a:pt x="0" y="0"/>
                </a:moveTo>
                <a:lnTo>
                  <a:pt x="5309419" y="0"/>
                </a:lnTo>
                <a:lnTo>
                  <a:pt x="5309419"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7"/>
          <p:cNvSpPr/>
          <p:nvPr/>
        </p:nvSpPr>
        <p:spPr>
          <a:xfrm rot="167984" flipH="1">
            <a:off x="15006880" y="4927129"/>
            <a:ext cx="5453480" cy="3585663"/>
          </a:xfrm>
          <a:custGeom>
            <a:avLst/>
            <a:gdLst/>
            <a:ahLst/>
            <a:cxnLst/>
            <a:rect l="l" t="t" r="r" b="b"/>
            <a:pathLst>
              <a:path w="5453480" h="3585663">
                <a:moveTo>
                  <a:pt x="5453480" y="0"/>
                </a:moveTo>
                <a:lnTo>
                  <a:pt x="0" y="0"/>
                </a:lnTo>
                <a:lnTo>
                  <a:pt x="0" y="3585663"/>
                </a:lnTo>
                <a:lnTo>
                  <a:pt x="5453480" y="3585663"/>
                </a:lnTo>
                <a:lnTo>
                  <a:pt x="545348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8" name="TextBox 8"/>
          <p:cNvSpPr txBox="1"/>
          <p:nvPr/>
        </p:nvSpPr>
        <p:spPr>
          <a:xfrm>
            <a:off x="3794592" y="4719592"/>
            <a:ext cx="10698816" cy="2897207"/>
          </a:xfrm>
          <a:prstGeom prst="rect">
            <a:avLst/>
          </a:prstGeom>
        </p:spPr>
        <p:txBody>
          <a:bodyPr lIns="0" tIns="0" rIns="0" bIns="0" rtlCol="0" anchor="t">
            <a:spAutoFit/>
          </a:bodyPr>
          <a:lstStyle/>
          <a:p>
            <a:pPr algn="ctr">
              <a:lnSpc>
                <a:spcPts val="3888"/>
              </a:lnSpc>
            </a:pPr>
            <a:r>
              <a:rPr lang="en-US" sz="2777">
                <a:solidFill>
                  <a:srgbClr val="243037"/>
                </a:solidFill>
                <a:latin typeface="TT Hoves"/>
                <a:ea typeface="TT Hoves"/>
                <a:cs typeface="TT Hoves"/>
                <a:sym typeface="TT Hoves"/>
              </a:rPr>
              <a:t>This paragraph provides a brief overview of the subject. To give a clear understanding, the issue will be explained in further detail.</a:t>
            </a:r>
          </a:p>
          <a:p>
            <a:pPr algn="ctr">
              <a:lnSpc>
                <a:spcPts val="3888"/>
              </a:lnSpc>
            </a:pPr>
            <a:endParaRPr lang="en-US" sz="2777">
              <a:solidFill>
                <a:srgbClr val="243037"/>
              </a:solidFill>
              <a:latin typeface="TT Hoves"/>
              <a:ea typeface="TT Hoves"/>
              <a:cs typeface="TT Hoves"/>
              <a:sym typeface="TT Hoves"/>
            </a:endParaRPr>
          </a:p>
          <a:p>
            <a:pPr algn="ctr">
              <a:lnSpc>
                <a:spcPts val="3888"/>
              </a:lnSpc>
            </a:pPr>
            <a:r>
              <a:rPr lang="en-US" sz="2777">
                <a:solidFill>
                  <a:srgbClr val="243037"/>
                </a:solidFill>
                <a:latin typeface="TT Hoves"/>
                <a:ea typeface="TT Hoves"/>
                <a:cs typeface="TT Hoves"/>
                <a:sym typeface="TT Hoves"/>
              </a:rPr>
              <a:t>The topic under discussion has a number of features and dimensions that all contribute to its overall grasp. Let's get right to the point in order to provide a thorough understanding.</a:t>
            </a:r>
          </a:p>
        </p:txBody>
      </p:sp>
      <p:sp>
        <p:nvSpPr>
          <p:cNvPr id="9" name="TextBox 9"/>
          <p:cNvSpPr txBox="1"/>
          <p:nvPr/>
        </p:nvSpPr>
        <p:spPr>
          <a:xfrm>
            <a:off x="4545479" y="2460678"/>
            <a:ext cx="9197042" cy="1698642"/>
          </a:xfrm>
          <a:prstGeom prst="rect">
            <a:avLst/>
          </a:prstGeom>
        </p:spPr>
        <p:txBody>
          <a:bodyPr lIns="0" tIns="0" rIns="0" bIns="0" rtlCol="0" anchor="t">
            <a:spAutoFit/>
          </a:bodyPr>
          <a:lstStyle/>
          <a:p>
            <a:pPr algn="ctr">
              <a:lnSpc>
                <a:spcPts val="13376"/>
              </a:lnSpc>
            </a:pPr>
            <a:r>
              <a:rPr lang="en-US" sz="11146" b="1">
                <a:solidFill>
                  <a:srgbClr val="243037"/>
                </a:solidFill>
                <a:latin typeface="Cy Grotesk Key Bold"/>
                <a:ea typeface="Cy Grotesk Key Bold"/>
                <a:cs typeface="Cy Grotesk Key Bold"/>
                <a:sym typeface="Cy Grotesk Key Bold"/>
              </a:rPr>
              <a:t>Definition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10252100" y="5291965"/>
            <a:ext cx="6913122" cy="3619622"/>
            <a:chOff x="0" y="0"/>
            <a:chExt cx="1578261" cy="826357"/>
          </a:xfrm>
        </p:grpSpPr>
        <p:sp>
          <p:nvSpPr>
            <p:cNvPr id="4" name="Freeform 4"/>
            <p:cNvSpPr/>
            <p:nvPr/>
          </p:nvSpPr>
          <p:spPr>
            <a:xfrm>
              <a:off x="0" y="0"/>
              <a:ext cx="1578261" cy="826357"/>
            </a:xfrm>
            <a:custGeom>
              <a:avLst/>
              <a:gdLst/>
              <a:ahLst/>
              <a:cxnLst/>
              <a:rect l="l" t="t" r="r" b="b"/>
              <a:pathLst>
                <a:path w="1578261" h="826357">
                  <a:moveTo>
                    <a:pt x="57114" y="0"/>
                  </a:moveTo>
                  <a:lnTo>
                    <a:pt x="1521147" y="0"/>
                  </a:lnTo>
                  <a:cubicBezTo>
                    <a:pt x="1552690" y="0"/>
                    <a:pt x="1578261" y="25571"/>
                    <a:pt x="1578261" y="57114"/>
                  </a:cubicBezTo>
                  <a:lnTo>
                    <a:pt x="1578261" y="769243"/>
                  </a:lnTo>
                  <a:cubicBezTo>
                    <a:pt x="1578261" y="784391"/>
                    <a:pt x="1572244" y="798918"/>
                    <a:pt x="1561533" y="809629"/>
                  </a:cubicBezTo>
                  <a:cubicBezTo>
                    <a:pt x="1550822" y="820340"/>
                    <a:pt x="1536295" y="826357"/>
                    <a:pt x="1521147" y="826357"/>
                  </a:cubicBezTo>
                  <a:lnTo>
                    <a:pt x="57114" y="826357"/>
                  </a:lnTo>
                  <a:cubicBezTo>
                    <a:pt x="41967" y="826357"/>
                    <a:pt x="27439" y="820340"/>
                    <a:pt x="16728" y="809629"/>
                  </a:cubicBezTo>
                  <a:cubicBezTo>
                    <a:pt x="6017" y="798918"/>
                    <a:pt x="0" y="784391"/>
                    <a:pt x="0" y="769243"/>
                  </a:cubicBezTo>
                  <a:lnTo>
                    <a:pt x="0" y="57114"/>
                  </a:lnTo>
                  <a:cubicBezTo>
                    <a:pt x="0" y="41967"/>
                    <a:pt x="6017" y="27439"/>
                    <a:pt x="16728" y="16728"/>
                  </a:cubicBezTo>
                  <a:cubicBezTo>
                    <a:pt x="27439" y="6017"/>
                    <a:pt x="41967" y="0"/>
                    <a:pt x="57114" y="0"/>
                  </a:cubicBezTo>
                  <a:close/>
                </a:path>
              </a:pathLst>
            </a:custGeom>
            <a:solidFill>
              <a:srgbClr val="FFFFFF"/>
            </a:solidFill>
            <a:ln w="28575" cap="rnd">
              <a:solidFill>
                <a:srgbClr val="000000"/>
              </a:solidFill>
              <a:prstDash val="solid"/>
              <a:round/>
            </a:ln>
          </p:spPr>
        </p:sp>
        <p:sp>
          <p:nvSpPr>
            <p:cNvPr id="5" name="TextBox 5"/>
            <p:cNvSpPr txBox="1"/>
            <p:nvPr/>
          </p:nvSpPr>
          <p:spPr>
            <a:xfrm>
              <a:off x="0" y="0"/>
              <a:ext cx="1578261" cy="826357"/>
            </a:xfrm>
            <a:prstGeom prst="rect">
              <a:avLst/>
            </a:prstGeom>
          </p:spPr>
          <p:txBody>
            <a:bodyPr lIns="50800" tIns="50800" rIns="50800" bIns="50800" rtlCol="0" anchor="ctr"/>
            <a:lstStyle/>
            <a:p>
              <a:pPr algn="ctr">
                <a:lnSpc>
                  <a:spcPts val="2851"/>
                </a:lnSpc>
              </a:pPr>
              <a:endParaRPr/>
            </a:p>
          </p:txBody>
        </p:sp>
      </p:grpSp>
      <p:grpSp>
        <p:nvGrpSpPr>
          <p:cNvPr id="6" name="Group 6"/>
          <p:cNvGrpSpPr/>
          <p:nvPr/>
        </p:nvGrpSpPr>
        <p:grpSpPr>
          <a:xfrm>
            <a:off x="1122778" y="5291965"/>
            <a:ext cx="8835103" cy="3619622"/>
            <a:chOff x="0" y="0"/>
            <a:chExt cx="2017048" cy="826357"/>
          </a:xfrm>
        </p:grpSpPr>
        <p:sp>
          <p:nvSpPr>
            <p:cNvPr id="7" name="Freeform 7"/>
            <p:cNvSpPr/>
            <p:nvPr/>
          </p:nvSpPr>
          <p:spPr>
            <a:xfrm>
              <a:off x="0" y="0"/>
              <a:ext cx="2017048" cy="826357"/>
            </a:xfrm>
            <a:custGeom>
              <a:avLst/>
              <a:gdLst/>
              <a:ahLst/>
              <a:cxnLst/>
              <a:rect l="l" t="t" r="r" b="b"/>
              <a:pathLst>
                <a:path w="2017048" h="826357">
                  <a:moveTo>
                    <a:pt x="44690" y="0"/>
                  </a:moveTo>
                  <a:lnTo>
                    <a:pt x="1972358" y="0"/>
                  </a:lnTo>
                  <a:cubicBezTo>
                    <a:pt x="1997040" y="0"/>
                    <a:pt x="2017048" y="20008"/>
                    <a:pt x="2017048" y="44690"/>
                  </a:cubicBezTo>
                  <a:lnTo>
                    <a:pt x="2017048" y="781668"/>
                  </a:lnTo>
                  <a:cubicBezTo>
                    <a:pt x="2017048" y="806349"/>
                    <a:pt x="1997040" y="826357"/>
                    <a:pt x="1972358" y="826357"/>
                  </a:cubicBezTo>
                  <a:lnTo>
                    <a:pt x="44690" y="826357"/>
                  </a:lnTo>
                  <a:cubicBezTo>
                    <a:pt x="20008" y="826357"/>
                    <a:pt x="0" y="806349"/>
                    <a:pt x="0" y="781668"/>
                  </a:cubicBezTo>
                  <a:lnTo>
                    <a:pt x="0" y="44690"/>
                  </a:lnTo>
                  <a:cubicBezTo>
                    <a:pt x="0" y="20008"/>
                    <a:pt x="20008" y="0"/>
                    <a:pt x="44690" y="0"/>
                  </a:cubicBezTo>
                  <a:close/>
                </a:path>
              </a:pathLst>
            </a:custGeom>
            <a:solidFill>
              <a:srgbClr val="FFFFFF"/>
            </a:solidFill>
            <a:ln w="28575" cap="rnd">
              <a:solidFill>
                <a:srgbClr val="000000"/>
              </a:solidFill>
              <a:prstDash val="solid"/>
              <a:round/>
            </a:ln>
          </p:spPr>
        </p:sp>
        <p:sp>
          <p:nvSpPr>
            <p:cNvPr id="8" name="TextBox 8"/>
            <p:cNvSpPr txBox="1"/>
            <p:nvPr/>
          </p:nvSpPr>
          <p:spPr>
            <a:xfrm>
              <a:off x="0" y="0"/>
              <a:ext cx="2017048" cy="826357"/>
            </a:xfrm>
            <a:prstGeom prst="rect">
              <a:avLst/>
            </a:prstGeom>
          </p:spPr>
          <p:txBody>
            <a:bodyPr lIns="50800" tIns="50800" rIns="50800" bIns="50800" rtlCol="0" anchor="ctr"/>
            <a:lstStyle/>
            <a:p>
              <a:pPr algn="ctr">
                <a:lnSpc>
                  <a:spcPts val="2851"/>
                </a:lnSpc>
              </a:pPr>
              <a:endParaRPr/>
            </a:p>
          </p:txBody>
        </p:sp>
      </p:grpSp>
      <p:sp>
        <p:nvSpPr>
          <p:cNvPr id="9" name="Freeform 9"/>
          <p:cNvSpPr/>
          <p:nvPr/>
        </p:nvSpPr>
        <p:spPr>
          <a:xfrm>
            <a:off x="13282138" y="1028700"/>
            <a:ext cx="3883084" cy="3713199"/>
          </a:xfrm>
          <a:custGeom>
            <a:avLst/>
            <a:gdLst/>
            <a:ahLst/>
            <a:cxnLst/>
            <a:rect l="l" t="t" r="r" b="b"/>
            <a:pathLst>
              <a:path w="3883084" h="3713199">
                <a:moveTo>
                  <a:pt x="0" y="0"/>
                </a:moveTo>
                <a:lnTo>
                  <a:pt x="3883084" y="0"/>
                </a:lnTo>
                <a:lnTo>
                  <a:pt x="3883084" y="3713199"/>
                </a:lnTo>
                <a:lnTo>
                  <a:pt x="0" y="371319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0" name="TextBox 10"/>
          <p:cNvSpPr txBox="1"/>
          <p:nvPr/>
        </p:nvSpPr>
        <p:spPr>
          <a:xfrm>
            <a:off x="11049271" y="5952278"/>
            <a:ext cx="5318780" cy="2241845"/>
          </a:xfrm>
          <a:prstGeom prst="rect">
            <a:avLst/>
          </a:prstGeom>
        </p:spPr>
        <p:txBody>
          <a:bodyPr lIns="0" tIns="0" rIns="0" bIns="0" rtlCol="0" anchor="t">
            <a:spAutoFit/>
          </a:bodyPr>
          <a:lstStyle/>
          <a:p>
            <a:pPr marL="689536" lvl="1" indent="-344768" algn="just">
              <a:lnSpc>
                <a:spcPts val="4471"/>
              </a:lnSpc>
              <a:buFont typeface="Arial"/>
              <a:buChar char="•"/>
            </a:pPr>
            <a:r>
              <a:rPr lang="en-US" sz="3193">
                <a:solidFill>
                  <a:srgbClr val="000000"/>
                </a:solidFill>
                <a:latin typeface="TT Hoves"/>
                <a:ea typeface="TT Hoves"/>
                <a:cs typeface="TT Hoves"/>
                <a:sym typeface="TT Hoves"/>
              </a:rPr>
              <a:t>Optimize social media</a:t>
            </a:r>
          </a:p>
          <a:p>
            <a:pPr marL="689536" lvl="1" indent="-344768" algn="just">
              <a:lnSpc>
                <a:spcPts val="4471"/>
              </a:lnSpc>
              <a:buFont typeface="Arial"/>
              <a:buChar char="•"/>
            </a:pPr>
            <a:r>
              <a:rPr lang="en-US" sz="3193">
                <a:solidFill>
                  <a:srgbClr val="000000"/>
                </a:solidFill>
                <a:latin typeface="TT Hoves"/>
                <a:ea typeface="TT Hoves"/>
                <a:cs typeface="TT Hoves"/>
                <a:sym typeface="TT Hoves"/>
              </a:rPr>
              <a:t>Optimize profiles</a:t>
            </a:r>
          </a:p>
          <a:p>
            <a:pPr marL="689536" lvl="1" indent="-344768" algn="just">
              <a:lnSpc>
                <a:spcPts val="4471"/>
              </a:lnSpc>
              <a:buFont typeface="Arial"/>
              <a:buChar char="•"/>
            </a:pPr>
            <a:r>
              <a:rPr lang="en-US" sz="3193">
                <a:solidFill>
                  <a:srgbClr val="000000"/>
                </a:solidFill>
                <a:latin typeface="TT Hoves"/>
                <a:ea typeface="TT Hoves"/>
                <a:cs typeface="TT Hoves"/>
                <a:sym typeface="TT Hoves"/>
              </a:rPr>
              <a:t>Improve contents</a:t>
            </a:r>
          </a:p>
          <a:p>
            <a:pPr marL="689536" lvl="1" indent="-344768" algn="just">
              <a:lnSpc>
                <a:spcPts val="4471"/>
              </a:lnSpc>
              <a:buFont typeface="Arial"/>
              <a:buChar char="•"/>
            </a:pPr>
            <a:r>
              <a:rPr lang="en-US" sz="3193">
                <a:solidFill>
                  <a:srgbClr val="000000"/>
                </a:solidFill>
                <a:latin typeface="TT Hoves"/>
                <a:ea typeface="TT Hoves"/>
                <a:cs typeface="TT Hoves"/>
                <a:sym typeface="TT Hoves"/>
              </a:rPr>
              <a:t>Optimize hashtags</a:t>
            </a:r>
          </a:p>
        </p:txBody>
      </p:sp>
      <p:sp>
        <p:nvSpPr>
          <p:cNvPr id="11" name="TextBox 11"/>
          <p:cNvSpPr txBox="1"/>
          <p:nvPr/>
        </p:nvSpPr>
        <p:spPr>
          <a:xfrm>
            <a:off x="1499682" y="5952278"/>
            <a:ext cx="8458198" cy="2241845"/>
          </a:xfrm>
          <a:prstGeom prst="rect">
            <a:avLst/>
          </a:prstGeom>
        </p:spPr>
        <p:txBody>
          <a:bodyPr lIns="0" tIns="0" rIns="0" bIns="0" rtlCol="0" anchor="t">
            <a:spAutoFit/>
          </a:bodyPr>
          <a:lstStyle/>
          <a:p>
            <a:pPr marL="689536" lvl="1" indent="-344768" algn="l">
              <a:lnSpc>
                <a:spcPts val="4471"/>
              </a:lnSpc>
              <a:spcBef>
                <a:spcPct val="0"/>
              </a:spcBef>
              <a:buFont typeface="Arial"/>
              <a:buChar char="•"/>
            </a:pPr>
            <a:r>
              <a:rPr lang="en-US" sz="3193" u="none" strike="noStrike">
                <a:solidFill>
                  <a:srgbClr val="000000"/>
                </a:solidFill>
                <a:latin typeface="TT Hoves"/>
                <a:ea typeface="TT Hoves"/>
                <a:cs typeface="TT Hoves"/>
                <a:sym typeface="TT Hoves"/>
              </a:rPr>
              <a:t>Enhance social media strategy</a:t>
            </a:r>
          </a:p>
          <a:p>
            <a:pPr marL="689536" lvl="1" indent="-344768" algn="l">
              <a:lnSpc>
                <a:spcPts val="4471"/>
              </a:lnSpc>
              <a:spcBef>
                <a:spcPct val="0"/>
              </a:spcBef>
              <a:buFont typeface="Arial"/>
              <a:buChar char="•"/>
            </a:pPr>
            <a:r>
              <a:rPr lang="en-US" sz="3193" u="none" strike="noStrike">
                <a:solidFill>
                  <a:srgbClr val="000000"/>
                </a:solidFill>
                <a:latin typeface="TT Hoves"/>
                <a:ea typeface="TT Hoves"/>
                <a:cs typeface="TT Hoves"/>
                <a:sym typeface="TT Hoves"/>
              </a:rPr>
              <a:t>Create content timetables</a:t>
            </a:r>
          </a:p>
          <a:p>
            <a:pPr marL="689536" lvl="1" indent="-344768" algn="l">
              <a:lnSpc>
                <a:spcPts val="4471"/>
              </a:lnSpc>
              <a:spcBef>
                <a:spcPct val="0"/>
              </a:spcBef>
              <a:buFont typeface="Arial"/>
              <a:buChar char="•"/>
            </a:pPr>
            <a:r>
              <a:rPr lang="en-US" sz="3193" u="none" strike="noStrike">
                <a:solidFill>
                  <a:srgbClr val="000000"/>
                </a:solidFill>
                <a:latin typeface="TT Hoves"/>
                <a:ea typeface="TT Hoves"/>
                <a:cs typeface="TT Hoves"/>
                <a:sym typeface="TT Hoves"/>
              </a:rPr>
              <a:t>Monitor social media performance</a:t>
            </a:r>
          </a:p>
          <a:p>
            <a:pPr marL="689536" lvl="1" indent="-344768" algn="l">
              <a:lnSpc>
                <a:spcPts val="4471"/>
              </a:lnSpc>
              <a:spcBef>
                <a:spcPct val="0"/>
              </a:spcBef>
              <a:buFont typeface="Arial"/>
              <a:buChar char="•"/>
            </a:pPr>
            <a:r>
              <a:rPr lang="en-US" sz="3193" u="none" strike="noStrike">
                <a:solidFill>
                  <a:srgbClr val="000000"/>
                </a:solidFill>
                <a:latin typeface="TT Hoves"/>
                <a:ea typeface="TT Hoves"/>
                <a:cs typeface="TT Hoves"/>
                <a:sym typeface="TT Hoves"/>
              </a:rPr>
              <a:t>Use insight metrics.</a:t>
            </a:r>
          </a:p>
        </p:txBody>
      </p:sp>
      <p:sp>
        <p:nvSpPr>
          <p:cNvPr id="12" name="TextBox 12"/>
          <p:cNvSpPr txBox="1"/>
          <p:nvPr/>
        </p:nvSpPr>
        <p:spPr>
          <a:xfrm>
            <a:off x="1122778" y="3005602"/>
            <a:ext cx="10627024" cy="1616826"/>
          </a:xfrm>
          <a:prstGeom prst="rect">
            <a:avLst/>
          </a:prstGeom>
        </p:spPr>
        <p:txBody>
          <a:bodyPr lIns="0" tIns="0" rIns="0" bIns="0" rtlCol="0" anchor="t">
            <a:spAutoFit/>
          </a:bodyPr>
          <a:lstStyle/>
          <a:p>
            <a:pPr algn="l">
              <a:lnSpc>
                <a:spcPts val="4358"/>
              </a:lnSpc>
            </a:pPr>
            <a:r>
              <a:rPr lang="en-US" sz="3113">
                <a:solidFill>
                  <a:srgbClr val="000000"/>
                </a:solidFill>
                <a:latin typeface="TT Hoves"/>
                <a:ea typeface="TT Hoves"/>
                <a:cs typeface="TT Hoves"/>
                <a:sym typeface="TT Hoves"/>
              </a:rPr>
              <a:t>Write your explanation of the topic here. Make sure to express your ideas clearly and write them down in as much detail as possible.</a:t>
            </a:r>
          </a:p>
        </p:txBody>
      </p:sp>
      <p:sp>
        <p:nvSpPr>
          <p:cNvPr id="13" name="TextBox 13"/>
          <p:cNvSpPr txBox="1"/>
          <p:nvPr/>
        </p:nvSpPr>
        <p:spPr>
          <a:xfrm>
            <a:off x="1122778" y="1028700"/>
            <a:ext cx="9430052" cy="1686222"/>
          </a:xfrm>
          <a:prstGeom prst="rect">
            <a:avLst/>
          </a:prstGeom>
        </p:spPr>
        <p:txBody>
          <a:bodyPr lIns="0" tIns="0" rIns="0" bIns="0" rtlCol="0" anchor="t">
            <a:spAutoFit/>
          </a:bodyPr>
          <a:lstStyle/>
          <a:p>
            <a:pPr algn="l">
              <a:lnSpc>
                <a:spcPts val="13351"/>
              </a:lnSpc>
            </a:pPr>
            <a:r>
              <a:rPr lang="en-US" sz="11125" b="1">
                <a:solidFill>
                  <a:srgbClr val="E3613D"/>
                </a:solidFill>
                <a:latin typeface="Cy Grotesk Key Bold"/>
                <a:ea typeface="Cy Grotesk Key Bold"/>
                <a:cs typeface="Cy Grotesk Key Bold"/>
                <a:sym typeface="Cy Grotesk Key Bold"/>
              </a:rPr>
              <a:t>Objectives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6237CF"/>
        </a:solidFill>
        <a:effectLst/>
      </p:bgPr>
    </p:bg>
    <p:spTree>
      <p:nvGrpSpPr>
        <p:cNvPr id="1" name=""/>
        <p:cNvGrpSpPr/>
        <p:nvPr/>
      </p:nvGrpSpPr>
      <p:grpSpPr>
        <a:xfrm>
          <a:off x="0" y="0"/>
          <a:ext cx="0" cy="0"/>
          <a:chOff x="0" y="0"/>
          <a:chExt cx="0" cy="0"/>
        </a:xfrm>
      </p:grpSpPr>
      <p:grpSp>
        <p:nvGrpSpPr>
          <p:cNvPr id="2" name="Group 2"/>
          <p:cNvGrpSpPr/>
          <p:nvPr/>
        </p:nvGrpSpPr>
        <p:grpSpPr>
          <a:xfrm>
            <a:off x="1860078" y="1643160"/>
            <a:ext cx="14567843" cy="7000680"/>
            <a:chOff x="0" y="0"/>
            <a:chExt cx="3653200" cy="1755571"/>
          </a:xfrm>
        </p:grpSpPr>
        <p:sp>
          <p:nvSpPr>
            <p:cNvPr id="3" name="Freeform 3"/>
            <p:cNvSpPr/>
            <p:nvPr/>
          </p:nvSpPr>
          <p:spPr>
            <a:xfrm>
              <a:off x="0" y="0"/>
              <a:ext cx="3653199" cy="1755571"/>
            </a:xfrm>
            <a:custGeom>
              <a:avLst/>
              <a:gdLst/>
              <a:ahLst/>
              <a:cxnLst/>
              <a:rect l="l" t="t" r="r" b="b"/>
              <a:pathLst>
                <a:path w="3653199" h="1755571">
                  <a:moveTo>
                    <a:pt x="27103" y="0"/>
                  </a:moveTo>
                  <a:lnTo>
                    <a:pt x="3626096" y="0"/>
                  </a:lnTo>
                  <a:cubicBezTo>
                    <a:pt x="3633284" y="0"/>
                    <a:pt x="3640178" y="2856"/>
                    <a:pt x="3645261" y="7938"/>
                  </a:cubicBezTo>
                  <a:cubicBezTo>
                    <a:pt x="3650344" y="13021"/>
                    <a:pt x="3653199" y="19915"/>
                    <a:pt x="3653199" y="27103"/>
                  </a:cubicBezTo>
                  <a:lnTo>
                    <a:pt x="3653199" y="1728468"/>
                  </a:lnTo>
                  <a:cubicBezTo>
                    <a:pt x="3653199" y="1735656"/>
                    <a:pt x="3650344" y="1742550"/>
                    <a:pt x="3645261" y="1747632"/>
                  </a:cubicBezTo>
                  <a:cubicBezTo>
                    <a:pt x="3640178" y="1752715"/>
                    <a:pt x="3633284" y="1755571"/>
                    <a:pt x="3626096" y="1755571"/>
                  </a:cubicBezTo>
                  <a:lnTo>
                    <a:pt x="27103" y="1755571"/>
                  </a:lnTo>
                  <a:cubicBezTo>
                    <a:pt x="19915" y="1755571"/>
                    <a:pt x="13021" y="1752715"/>
                    <a:pt x="7938" y="1747632"/>
                  </a:cubicBezTo>
                  <a:cubicBezTo>
                    <a:pt x="2856" y="1742550"/>
                    <a:pt x="0" y="1735656"/>
                    <a:pt x="0" y="1728468"/>
                  </a:cubicBezTo>
                  <a:lnTo>
                    <a:pt x="0" y="27103"/>
                  </a:lnTo>
                  <a:cubicBezTo>
                    <a:pt x="0" y="19915"/>
                    <a:pt x="2856" y="13021"/>
                    <a:pt x="7938" y="7938"/>
                  </a:cubicBezTo>
                  <a:cubicBezTo>
                    <a:pt x="13021" y="2856"/>
                    <a:pt x="19915" y="0"/>
                    <a:pt x="27103" y="0"/>
                  </a:cubicBezTo>
                  <a:close/>
                </a:path>
              </a:pathLst>
            </a:custGeom>
            <a:solidFill>
              <a:srgbClr val="F9F5E7"/>
            </a:solidFill>
            <a:ln w="38100" cap="rnd">
              <a:solidFill>
                <a:srgbClr val="243037"/>
              </a:solidFill>
              <a:prstDash val="solid"/>
              <a:round/>
            </a:ln>
          </p:spPr>
        </p:sp>
        <p:sp>
          <p:nvSpPr>
            <p:cNvPr id="4" name="TextBox 4"/>
            <p:cNvSpPr txBox="1"/>
            <p:nvPr/>
          </p:nvSpPr>
          <p:spPr>
            <a:xfrm>
              <a:off x="0" y="-38100"/>
              <a:ext cx="3653200" cy="1793671"/>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rot="-543854">
            <a:off x="15326163" y="261729"/>
            <a:ext cx="3866274" cy="6858136"/>
          </a:xfrm>
          <a:custGeom>
            <a:avLst/>
            <a:gdLst/>
            <a:ahLst/>
            <a:cxnLst/>
            <a:rect l="l" t="t" r="r" b="b"/>
            <a:pathLst>
              <a:path w="3866274" h="6858136">
                <a:moveTo>
                  <a:pt x="0" y="0"/>
                </a:moveTo>
                <a:lnTo>
                  <a:pt x="3866274" y="0"/>
                </a:lnTo>
                <a:lnTo>
                  <a:pt x="3866274" y="6858136"/>
                </a:lnTo>
                <a:lnTo>
                  <a:pt x="0" y="685813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rot="392346">
            <a:off x="-1419966" y="7049502"/>
            <a:ext cx="4638073" cy="3188675"/>
          </a:xfrm>
          <a:custGeom>
            <a:avLst/>
            <a:gdLst/>
            <a:ahLst/>
            <a:cxnLst/>
            <a:rect l="l" t="t" r="r" b="b"/>
            <a:pathLst>
              <a:path w="4638073" h="3188675">
                <a:moveTo>
                  <a:pt x="0" y="0"/>
                </a:moveTo>
                <a:lnTo>
                  <a:pt x="4638073" y="0"/>
                </a:lnTo>
                <a:lnTo>
                  <a:pt x="4638073" y="3188676"/>
                </a:lnTo>
                <a:lnTo>
                  <a:pt x="0" y="318867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a:off x="746693" y="743993"/>
            <a:ext cx="1826793" cy="2207605"/>
          </a:xfrm>
          <a:custGeom>
            <a:avLst/>
            <a:gdLst/>
            <a:ahLst/>
            <a:cxnLst/>
            <a:rect l="l" t="t" r="r" b="b"/>
            <a:pathLst>
              <a:path w="1826793" h="2207605">
                <a:moveTo>
                  <a:pt x="0" y="0"/>
                </a:moveTo>
                <a:lnTo>
                  <a:pt x="1826794" y="0"/>
                </a:lnTo>
                <a:lnTo>
                  <a:pt x="1826794" y="2207605"/>
                </a:lnTo>
                <a:lnTo>
                  <a:pt x="0" y="22076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8" name="TextBox 8"/>
          <p:cNvSpPr txBox="1"/>
          <p:nvPr/>
        </p:nvSpPr>
        <p:spPr>
          <a:xfrm>
            <a:off x="3178799" y="5038774"/>
            <a:ext cx="11930401" cy="2276271"/>
          </a:xfrm>
          <a:prstGeom prst="rect">
            <a:avLst/>
          </a:prstGeom>
        </p:spPr>
        <p:txBody>
          <a:bodyPr lIns="0" tIns="0" rIns="0" bIns="0" rtlCol="0" anchor="t">
            <a:spAutoFit/>
          </a:bodyPr>
          <a:lstStyle/>
          <a:p>
            <a:pPr algn="ctr">
              <a:lnSpc>
                <a:spcPts val="3614"/>
              </a:lnSpc>
              <a:spcBef>
                <a:spcPct val="0"/>
              </a:spcBef>
            </a:pPr>
            <a:r>
              <a:rPr lang="en-US" sz="2582">
                <a:solidFill>
                  <a:srgbClr val="243037"/>
                </a:solidFill>
                <a:latin typeface="TT Hoves"/>
                <a:ea typeface="TT Hoves"/>
                <a:cs typeface="TT Hoves"/>
                <a:sym typeface="TT Hoves"/>
              </a:rPr>
              <a:t>This method may be one of several existing strategies to increase online traffic directed at social media activity. The goal of this activity is to prove that the method could provide the most significant change to the brand. The training of this method for other teams will focus on social media management in order to improve the optimization and performance of social media. </a:t>
            </a:r>
          </a:p>
        </p:txBody>
      </p:sp>
      <p:sp>
        <p:nvSpPr>
          <p:cNvPr id="9" name="TextBox 9"/>
          <p:cNvSpPr txBox="1"/>
          <p:nvPr/>
        </p:nvSpPr>
        <p:spPr>
          <a:xfrm>
            <a:off x="3844085" y="2971955"/>
            <a:ext cx="10599830" cy="1229213"/>
          </a:xfrm>
          <a:prstGeom prst="rect">
            <a:avLst/>
          </a:prstGeom>
        </p:spPr>
        <p:txBody>
          <a:bodyPr lIns="0" tIns="0" rIns="0" bIns="0" rtlCol="0" anchor="t">
            <a:spAutoFit/>
          </a:bodyPr>
          <a:lstStyle/>
          <a:p>
            <a:pPr algn="ctr">
              <a:lnSpc>
                <a:spcPts val="9679"/>
              </a:lnSpc>
            </a:pPr>
            <a:r>
              <a:rPr lang="en-US" sz="8066" b="1">
                <a:solidFill>
                  <a:srgbClr val="542BBB"/>
                </a:solidFill>
                <a:latin typeface="Cy Grotesk Key Bold"/>
                <a:ea typeface="Cy Grotesk Key Bold"/>
                <a:cs typeface="Cy Grotesk Key Bold"/>
                <a:sym typeface="Cy Grotesk Key Bold"/>
              </a:rPr>
              <a:t>Implementation</a:t>
            </a:r>
          </a:p>
        </p:txBody>
      </p:sp>
      <p:sp>
        <p:nvSpPr>
          <p:cNvPr id="10" name="Freeform 10"/>
          <p:cNvSpPr/>
          <p:nvPr/>
        </p:nvSpPr>
        <p:spPr>
          <a:xfrm rot="439136">
            <a:off x="13866286" y="7790718"/>
            <a:ext cx="3512202" cy="1922931"/>
          </a:xfrm>
          <a:custGeom>
            <a:avLst/>
            <a:gdLst/>
            <a:ahLst/>
            <a:cxnLst/>
            <a:rect l="l" t="t" r="r" b="b"/>
            <a:pathLst>
              <a:path w="3512202" h="1922931">
                <a:moveTo>
                  <a:pt x="0" y="0"/>
                </a:moveTo>
                <a:lnTo>
                  <a:pt x="3512202" y="0"/>
                </a:lnTo>
                <a:lnTo>
                  <a:pt x="3512202" y="1922931"/>
                </a:lnTo>
                <a:lnTo>
                  <a:pt x="0" y="192293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Freeform 3"/>
          <p:cNvSpPr/>
          <p:nvPr/>
        </p:nvSpPr>
        <p:spPr>
          <a:xfrm>
            <a:off x="586843" y="1028700"/>
            <a:ext cx="2318359" cy="3010856"/>
          </a:xfrm>
          <a:custGeom>
            <a:avLst/>
            <a:gdLst/>
            <a:ahLst/>
            <a:cxnLst/>
            <a:rect l="l" t="t" r="r" b="b"/>
            <a:pathLst>
              <a:path w="2318359" h="3010856">
                <a:moveTo>
                  <a:pt x="0" y="0"/>
                </a:moveTo>
                <a:lnTo>
                  <a:pt x="2318359" y="0"/>
                </a:lnTo>
                <a:lnTo>
                  <a:pt x="2318359" y="3010856"/>
                </a:lnTo>
                <a:lnTo>
                  <a:pt x="0" y="301085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rot="-254425">
            <a:off x="15923908" y="703231"/>
            <a:ext cx="4355037" cy="2994088"/>
          </a:xfrm>
          <a:custGeom>
            <a:avLst/>
            <a:gdLst/>
            <a:ahLst/>
            <a:cxnLst/>
            <a:rect l="l" t="t" r="r" b="b"/>
            <a:pathLst>
              <a:path w="4355037" h="2994088">
                <a:moveTo>
                  <a:pt x="0" y="0"/>
                </a:moveTo>
                <a:lnTo>
                  <a:pt x="4355037" y="0"/>
                </a:lnTo>
                <a:lnTo>
                  <a:pt x="4355037" y="2994088"/>
                </a:lnTo>
                <a:lnTo>
                  <a:pt x="0" y="299408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p:cNvSpPr/>
          <p:nvPr/>
        </p:nvSpPr>
        <p:spPr>
          <a:xfrm rot="499270">
            <a:off x="16816352" y="5081193"/>
            <a:ext cx="2570151" cy="4559025"/>
          </a:xfrm>
          <a:custGeom>
            <a:avLst/>
            <a:gdLst/>
            <a:ahLst/>
            <a:cxnLst/>
            <a:rect l="l" t="t" r="r" b="b"/>
            <a:pathLst>
              <a:path w="2570151" h="4559025">
                <a:moveTo>
                  <a:pt x="0" y="0"/>
                </a:moveTo>
                <a:lnTo>
                  <a:pt x="2570150" y="0"/>
                </a:lnTo>
                <a:lnTo>
                  <a:pt x="2570150" y="4559025"/>
                </a:lnTo>
                <a:lnTo>
                  <a:pt x="0" y="4559025"/>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6" name="Freeform 6"/>
          <p:cNvSpPr/>
          <p:nvPr/>
        </p:nvSpPr>
        <p:spPr>
          <a:xfrm>
            <a:off x="-448071" y="7360706"/>
            <a:ext cx="2336840" cy="2342697"/>
          </a:xfrm>
          <a:custGeom>
            <a:avLst/>
            <a:gdLst/>
            <a:ahLst/>
            <a:cxnLst/>
            <a:rect l="l" t="t" r="r" b="b"/>
            <a:pathLst>
              <a:path w="2336840" h="2342697">
                <a:moveTo>
                  <a:pt x="0" y="0"/>
                </a:moveTo>
                <a:lnTo>
                  <a:pt x="2336840" y="0"/>
                </a:lnTo>
                <a:lnTo>
                  <a:pt x="2336840" y="2342696"/>
                </a:lnTo>
                <a:lnTo>
                  <a:pt x="0" y="234269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7" name="TextBox 7"/>
          <p:cNvSpPr txBox="1"/>
          <p:nvPr/>
        </p:nvSpPr>
        <p:spPr>
          <a:xfrm>
            <a:off x="1888769" y="3269264"/>
            <a:ext cx="5265117" cy="447296"/>
          </a:xfrm>
          <a:prstGeom prst="rect">
            <a:avLst/>
          </a:prstGeom>
        </p:spPr>
        <p:txBody>
          <a:bodyPr lIns="0" tIns="0" rIns="0" bIns="0" rtlCol="0" anchor="t">
            <a:spAutoFit/>
          </a:bodyPr>
          <a:lstStyle/>
          <a:p>
            <a:pPr marL="569957" lvl="1" indent="-284978" algn="l">
              <a:lnSpc>
                <a:spcPts val="3695"/>
              </a:lnSpc>
              <a:buFont typeface="Arial"/>
              <a:buChar char="•"/>
            </a:pPr>
            <a:r>
              <a:rPr lang="en-US" sz="2639" b="1">
                <a:solidFill>
                  <a:srgbClr val="542BBB"/>
                </a:solidFill>
                <a:latin typeface="TT Hoves Bold"/>
                <a:ea typeface="TT Hoves Bold"/>
                <a:cs typeface="TT Hoves Bold"/>
                <a:sym typeface="TT Hoves Bold"/>
              </a:rPr>
              <a:t>Improve profile ranking </a:t>
            </a:r>
          </a:p>
        </p:txBody>
      </p:sp>
      <p:sp>
        <p:nvSpPr>
          <p:cNvPr id="8" name="TextBox 8"/>
          <p:cNvSpPr txBox="1"/>
          <p:nvPr/>
        </p:nvSpPr>
        <p:spPr>
          <a:xfrm>
            <a:off x="9576258" y="3269264"/>
            <a:ext cx="5895948" cy="447296"/>
          </a:xfrm>
          <a:prstGeom prst="rect">
            <a:avLst/>
          </a:prstGeom>
        </p:spPr>
        <p:txBody>
          <a:bodyPr lIns="0" tIns="0" rIns="0" bIns="0" rtlCol="0" anchor="t">
            <a:spAutoFit/>
          </a:bodyPr>
          <a:lstStyle/>
          <a:p>
            <a:pPr marL="569957" lvl="1" indent="-284978" algn="l">
              <a:lnSpc>
                <a:spcPts val="3695"/>
              </a:lnSpc>
              <a:spcBef>
                <a:spcPct val="0"/>
              </a:spcBef>
              <a:buFont typeface="Arial"/>
              <a:buChar char="•"/>
            </a:pPr>
            <a:r>
              <a:rPr lang="en-US" sz="2639" b="1" u="none" strike="noStrike">
                <a:solidFill>
                  <a:srgbClr val="E3613D"/>
                </a:solidFill>
                <a:latin typeface="TT Hoves Bold"/>
                <a:ea typeface="TT Hoves Bold"/>
                <a:cs typeface="TT Hoves Bold"/>
                <a:sym typeface="TT Hoves Bold"/>
              </a:rPr>
              <a:t>Attract potential customers</a:t>
            </a:r>
          </a:p>
        </p:txBody>
      </p:sp>
      <p:sp>
        <p:nvSpPr>
          <p:cNvPr id="9" name="TextBox 9"/>
          <p:cNvSpPr txBox="1"/>
          <p:nvPr/>
        </p:nvSpPr>
        <p:spPr>
          <a:xfrm>
            <a:off x="1858532" y="6249718"/>
            <a:ext cx="6630685" cy="447296"/>
          </a:xfrm>
          <a:prstGeom prst="rect">
            <a:avLst/>
          </a:prstGeom>
        </p:spPr>
        <p:txBody>
          <a:bodyPr lIns="0" tIns="0" rIns="0" bIns="0" rtlCol="0" anchor="t">
            <a:spAutoFit/>
          </a:bodyPr>
          <a:lstStyle/>
          <a:p>
            <a:pPr marL="569957" lvl="1" indent="-284978" algn="l">
              <a:lnSpc>
                <a:spcPts val="3695"/>
              </a:lnSpc>
              <a:buFont typeface="Arial"/>
              <a:buChar char="•"/>
            </a:pPr>
            <a:r>
              <a:rPr lang="en-US" sz="2639" b="1">
                <a:solidFill>
                  <a:srgbClr val="E3613D"/>
                </a:solidFill>
                <a:latin typeface="TT Hoves Bold"/>
                <a:ea typeface="TT Hoves Bold"/>
                <a:cs typeface="TT Hoves Bold"/>
                <a:sym typeface="TT Hoves Bold"/>
              </a:rPr>
              <a:t>Increasing social media followers</a:t>
            </a:r>
          </a:p>
        </p:txBody>
      </p:sp>
      <p:sp>
        <p:nvSpPr>
          <p:cNvPr id="10" name="TextBox 10"/>
          <p:cNvSpPr txBox="1"/>
          <p:nvPr/>
        </p:nvSpPr>
        <p:spPr>
          <a:xfrm>
            <a:off x="9576258" y="6249718"/>
            <a:ext cx="5895948" cy="447296"/>
          </a:xfrm>
          <a:prstGeom prst="rect">
            <a:avLst/>
          </a:prstGeom>
        </p:spPr>
        <p:txBody>
          <a:bodyPr lIns="0" tIns="0" rIns="0" bIns="0" rtlCol="0" anchor="t">
            <a:spAutoFit/>
          </a:bodyPr>
          <a:lstStyle/>
          <a:p>
            <a:pPr marL="569957" lvl="1" indent="-284978" algn="l">
              <a:lnSpc>
                <a:spcPts val="3695"/>
              </a:lnSpc>
              <a:spcBef>
                <a:spcPct val="0"/>
              </a:spcBef>
              <a:buFont typeface="Arial"/>
              <a:buChar char="•"/>
            </a:pPr>
            <a:r>
              <a:rPr lang="en-US" sz="2639" b="1" u="none" strike="noStrike">
                <a:solidFill>
                  <a:srgbClr val="542BBB"/>
                </a:solidFill>
                <a:latin typeface="TT Hoves Bold"/>
                <a:ea typeface="TT Hoves Bold"/>
                <a:cs typeface="TT Hoves Bold"/>
                <a:sym typeface="TT Hoves Bold"/>
              </a:rPr>
              <a:t>Improve social media visibility</a:t>
            </a:r>
          </a:p>
        </p:txBody>
      </p:sp>
      <p:sp>
        <p:nvSpPr>
          <p:cNvPr id="11" name="TextBox 11"/>
          <p:cNvSpPr txBox="1"/>
          <p:nvPr/>
        </p:nvSpPr>
        <p:spPr>
          <a:xfrm>
            <a:off x="2513073" y="4138648"/>
            <a:ext cx="6200881" cy="1719340"/>
          </a:xfrm>
          <a:prstGeom prst="rect">
            <a:avLst/>
          </a:prstGeom>
        </p:spPr>
        <p:txBody>
          <a:bodyPr lIns="0" tIns="0" rIns="0" bIns="0" rtlCol="0" anchor="t">
            <a:spAutoFit/>
          </a:bodyPr>
          <a:lstStyle/>
          <a:p>
            <a:pPr algn="l">
              <a:lnSpc>
                <a:spcPts val="3440"/>
              </a:lnSpc>
              <a:spcBef>
                <a:spcPct val="0"/>
              </a:spcBef>
            </a:pPr>
            <a:r>
              <a:rPr lang="en-US" sz="2457">
                <a:solidFill>
                  <a:srgbClr val="000000"/>
                </a:solidFill>
                <a:latin typeface="TT Hoves"/>
                <a:ea typeface="TT Hoves"/>
                <a:cs typeface="TT Hoves"/>
                <a:sym typeface="TT Hoves"/>
              </a:rPr>
              <a:t>Write your explanation of the topic here. Make sure to express your ideas clearly and write them down in as much detail as possible.</a:t>
            </a:r>
          </a:p>
        </p:txBody>
      </p:sp>
      <p:sp>
        <p:nvSpPr>
          <p:cNvPr id="12" name="TextBox 12"/>
          <p:cNvSpPr txBox="1"/>
          <p:nvPr/>
        </p:nvSpPr>
        <p:spPr>
          <a:xfrm>
            <a:off x="10229307" y="4138648"/>
            <a:ext cx="6200881" cy="1719340"/>
          </a:xfrm>
          <a:prstGeom prst="rect">
            <a:avLst/>
          </a:prstGeom>
        </p:spPr>
        <p:txBody>
          <a:bodyPr lIns="0" tIns="0" rIns="0" bIns="0" rtlCol="0" anchor="t">
            <a:spAutoFit/>
          </a:bodyPr>
          <a:lstStyle/>
          <a:p>
            <a:pPr marL="0" lvl="0" indent="0" algn="l">
              <a:lnSpc>
                <a:spcPts val="3440"/>
              </a:lnSpc>
              <a:spcBef>
                <a:spcPct val="0"/>
              </a:spcBef>
            </a:pPr>
            <a:r>
              <a:rPr lang="en-US" sz="2457">
                <a:solidFill>
                  <a:srgbClr val="000000"/>
                </a:solidFill>
                <a:latin typeface="TT Hoves"/>
                <a:ea typeface="TT Hoves"/>
                <a:cs typeface="TT Hoves"/>
                <a:sym typeface="TT Hoves"/>
              </a:rPr>
              <a:t>Write your explanation of the topic here. Make sure to express your ideas clearly and write them down in as much detail as possible.</a:t>
            </a:r>
          </a:p>
        </p:txBody>
      </p:sp>
      <p:sp>
        <p:nvSpPr>
          <p:cNvPr id="13" name="TextBox 13"/>
          <p:cNvSpPr txBox="1"/>
          <p:nvPr/>
        </p:nvSpPr>
        <p:spPr>
          <a:xfrm>
            <a:off x="2513073" y="6996091"/>
            <a:ext cx="6200881" cy="1719340"/>
          </a:xfrm>
          <a:prstGeom prst="rect">
            <a:avLst/>
          </a:prstGeom>
        </p:spPr>
        <p:txBody>
          <a:bodyPr lIns="0" tIns="0" rIns="0" bIns="0" rtlCol="0" anchor="t">
            <a:spAutoFit/>
          </a:bodyPr>
          <a:lstStyle/>
          <a:p>
            <a:pPr marL="0" lvl="0" indent="0" algn="l">
              <a:lnSpc>
                <a:spcPts val="3440"/>
              </a:lnSpc>
              <a:spcBef>
                <a:spcPct val="0"/>
              </a:spcBef>
            </a:pPr>
            <a:r>
              <a:rPr lang="en-US" sz="2457">
                <a:solidFill>
                  <a:srgbClr val="000000"/>
                </a:solidFill>
                <a:latin typeface="TT Hoves"/>
                <a:ea typeface="TT Hoves"/>
                <a:cs typeface="TT Hoves"/>
                <a:sym typeface="TT Hoves"/>
              </a:rPr>
              <a:t>Write your explanation of the topic here. Make sure to express your ideas clearly and write them down in as much detail as possible.</a:t>
            </a:r>
          </a:p>
        </p:txBody>
      </p:sp>
      <p:sp>
        <p:nvSpPr>
          <p:cNvPr id="14" name="TextBox 14"/>
          <p:cNvSpPr txBox="1"/>
          <p:nvPr/>
        </p:nvSpPr>
        <p:spPr>
          <a:xfrm>
            <a:off x="10229307" y="6996091"/>
            <a:ext cx="6200881" cy="1719340"/>
          </a:xfrm>
          <a:prstGeom prst="rect">
            <a:avLst/>
          </a:prstGeom>
        </p:spPr>
        <p:txBody>
          <a:bodyPr lIns="0" tIns="0" rIns="0" bIns="0" rtlCol="0" anchor="t">
            <a:spAutoFit/>
          </a:bodyPr>
          <a:lstStyle/>
          <a:p>
            <a:pPr marL="0" lvl="0" indent="0" algn="l">
              <a:lnSpc>
                <a:spcPts val="3440"/>
              </a:lnSpc>
              <a:spcBef>
                <a:spcPct val="0"/>
              </a:spcBef>
            </a:pPr>
            <a:r>
              <a:rPr lang="en-US" sz="2457">
                <a:solidFill>
                  <a:srgbClr val="000000"/>
                </a:solidFill>
                <a:latin typeface="TT Hoves"/>
                <a:ea typeface="TT Hoves"/>
                <a:cs typeface="TT Hoves"/>
                <a:sym typeface="TT Hoves"/>
              </a:rPr>
              <a:t>Write your explanation of the topic here. Make sure to express your ideas clearly and write them down in as much detail as possible.</a:t>
            </a:r>
          </a:p>
        </p:txBody>
      </p:sp>
      <p:sp>
        <p:nvSpPr>
          <p:cNvPr id="15" name="TextBox 15"/>
          <p:cNvSpPr txBox="1"/>
          <p:nvPr/>
        </p:nvSpPr>
        <p:spPr>
          <a:xfrm>
            <a:off x="5715929" y="1028700"/>
            <a:ext cx="6856142" cy="1171575"/>
          </a:xfrm>
          <a:prstGeom prst="rect">
            <a:avLst/>
          </a:prstGeom>
        </p:spPr>
        <p:txBody>
          <a:bodyPr lIns="0" tIns="0" rIns="0" bIns="0" rtlCol="0" anchor="t">
            <a:spAutoFit/>
          </a:bodyPr>
          <a:lstStyle/>
          <a:p>
            <a:pPr marL="0" lvl="0" indent="0" algn="ctr">
              <a:lnSpc>
                <a:spcPts val="9295"/>
              </a:lnSpc>
              <a:spcBef>
                <a:spcPct val="0"/>
              </a:spcBef>
            </a:pPr>
            <a:r>
              <a:rPr lang="en-US" sz="7746" b="1" u="none" strike="noStrike">
                <a:solidFill>
                  <a:srgbClr val="E3613D"/>
                </a:solidFill>
                <a:latin typeface="Cy Grotesk Key Bold"/>
                <a:ea typeface="Cy Grotesk Key Bold"/>
                <a:cs typeface="Cy Grotesk Key Bold"/>
                <a:sym typeface="Cy Grotesk Key Bold"/>
              </a:rPr>
              <a:t>Advantages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1102419" y="3861426"/>
            <a:ext cx="5719267" cy="2206178"/>
            <a:chOff x="0" y="0"/>
            <a:chExt cx="1505360" cy="580685"/>
          </a:xfrm>
        </p:grpSpPr>
        <p:sp>
          <p:nvSpPr>
            <p:cNvPr id="4" name="Freeform 4"/>
            <p:cNvSpPr/>
            <p:nvPr/>
          </p:nvSpPr>
          <p:spPr>
            <a:xfrm>
              <a:off x="0" y="0"/>
              <a:ext cx="1505360" cy="580685"/>
            </a:xfrm>
            <a:custGeom>
              <a:avLst/>
              <a:gdLst/>
              <a:ahLst/>
              <a:cxnLst/>
              <a:rect l="l" t="t" r="r" b="b"/>
              <a:pathLst>
                <a:path w="1505360" h="580685">
                  <a:moveTo>
                    <a:pt x="50085" y="0"/>
                  </a:moveTo>
                  <a:lnTo>
                    <a:pt x="1455275" y="0"/>
                  </a:lnTo>
                  <a:cubicBezTo>
                    <a:pt x="1468558" y="0"/>
                    <a:pt x="1481297" y="5277"/>
                    <a:pt x="1490690" y="14670"/>
                  </a:cubicBezTo>
                  <a:cubicBezTo>
                    <a:pt x="1500083" y="24062"/>
                    <a:pt x="1505360" y="36802"/>
                    <a:pt x="1505360" y="50085"/>
                  </a:cubicBezTo>
                  <a:lnTo>
                    <a:pt x="1505360" y="530600"/>
                  </a:lnTo>
                  <a:cubicBezTo>
                    <a:pt x="1505360" y="543883"/>
                    <a:pt x="1500083" y="556622"/>
                    <a:pt x="1490690" y="566015"/>
                  </a:cubicBezTo>
                  <a:cubicBezTo>
                    <a:pt x="1481297" y="575408"/>
                    <a:pt x="1468558" y="580685"/>
                    <a:pt x="1455275" y="580685"/>
                  </a:cubicBezTo>
                  <a:lnTo>
                    <a:pt x="50085" y="580685"/>
                  </a:lnTo>
                  <a:cubicBezTo>
                    <a:pt x="36802" y="580685"/>
                    <a:pt x="24062" y="575408"/>
                    <a:pt x="14670" y="566015"/>
                  </a:cubicBezTo>
                  <a:cubicBezTo>
                    <a:pt x="5277" y="556622"/>
                    <a:pt x="0" y="543883"/>
                    <a:pt x="0" y="530600"/>
                  </a:cubicBezTo>
                  <a:lnTo>
                    <a:pt x="0" y="50085"/>
                  </a:lnTo>
                  <a:cubicBezTo>
                    <a:pt x="0" y="36802"/>
                    <a:pt x="5277" y="24062"/>
                    <a:pt x="14670" y="14670"/>
                  </a:cubicBezTo>
                  <a:cubicBezTo>
                    <a:pt x="24062" y="5277"/>
                    <a:pt x="36802" y="0"/>
                    <a:pt x="50085" y="0"/>
                  </a:cubicBezTo>
                  <a:close/>
                </a:path>
              </a:pathLst>
            </a:custGeom>
            <a:solidFill>
              <a:srgbClr val="FFFFFF"/>
            </a:solidFill>
            <a:ln w="38100" cap="rnd">
              <a:solidFill>
                <a:srgbClr val="243037"/>
              </a:solidFill>
              <a:prstDash val="solid"/>
              <a:round/>
            </a:ln>
          </p:spPr>
        </p:sp>
        <p:sp>
          <p:nvSpPr>
            <p:cNvPr id="5" name="TextBox 5"/>
            <p:cNvSpPr txBox="1"/>
            <p:nvPr/>
          </p:nvSpPr>
          <p:spPr>
            <a:xfrm>
              <a:off x="0" y="-38100"/>
              <a:ext cx="1505360" cy="618785"/>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a:off x="1102419" y="6841298"/>
            <a:ext cx="5719267" cy="2206178"/>
            <a:chOff x="0" y="0"/>
            <a:chExt cx="1505360" cy="580685"/>
          </a:xfrm>
        </p:grpSpPr>
        <p:sp>
          <p:nvSpPr>
            <p:cNvPr id="7" name="Freeform 7"/>
            <p:cNvSpPr/>
            <p:nvPr/>
          </p:nvSpPr>
          <p:spPr>
            <a:xfrm>
              <a:off x="0" y="0"/>
              <a:ext cx="1505360" cy="580685"/>
            </a:xfrm>
            <a:custGeom>
              <a:avLst/>
              <a:gdLst/>
              <a:ahLst/>
              <a:cxnLst/>
              <a:rect l="l" t="t" r="r" b="b"/>
              <a:pathLst>
                <a:path w="1505360" h="580685">
                  <a:moveTo>
                    <a:pt x="50085" y="0"/>
                  </a:moveTo>
                  <a:lnTo>
                    <a:pt x="1455275" y="0"/>
                  </a:lnTo>
                  <a:cubicBezTo>
                    <a:pt x="1468558" y="0"/>
                    <a:pt x="1481297" y="5277"/>
                    <a:pt x="1490690" y="14670"/>
                  </a:cubicBezTo>
                  <a:cubicBezTo>
                    <a:pt x="1500083" y="24062"/>
                    <a:pt x="1505360" y="36802"/>
                    <a:pt x="1505360" y="50085"/>
                  </a:cubicBezTo>
                  <a:lnTo>
                    <a:pt x="1505360" y="530600"/>
                  </a:lnTo>
                  <a:cubicBezTo>
                    <a:pt x="1505360" y="543883"/>
                    <a:pt x="1500083" y="556622"/>
                    <a:pt x="1490690" y="566015"/>
                  </a:cubicBezTo>
                  <a:cubicBezTo>
                    <a:pt x="1481297" y="575408"/>
                    <a:pt x="1468558" y="580685"/>
                    <a:pt x="1455275" y="580685"/>
                  </a:cubicBezTo>
                  <a:lnTo>
                    <a:pt x="50085" y="580685"/>
                  </a:lnTo>
                  <a:cubicBezTo>
                    <a:pt x="36802" y="580685"/>
                    <a:pt x="24062" y="575408"/>
                    <a:pt x="14670" y="566015"/>
                  </a:cubicBezTo>
                  <a:cubicBezTo>
                    <a:pt x="5277" y="556622"/>
                    <a:pt x="0" y="543883"/>
                    <a:pt x="0" y="530600"/>
                  </a:cubicBezTo>
                  <a:lnTo>
                    <a:pt x="0" y="50085"/>
                  </a:lnTo>
                  <a:cubicBezTo>
                    <a:pt x="0" y="36802"/>
                    <a:pt x="5277" y="24062"/>
                    <a:pt x="14670" y="14670"/>
                  </a:cubicBezTo>
                  <a:cubicBezTo>
                    <a:pt x="24062" y="5277"/>
                    <a:pt x="36802" y="0"/>
                    <a:pt x="50085" y="0"/>
                  </a:cubicBezTo>
                  <a:close/>
                </a:path>
              </a:pathLst>
            </a:custGeom>
            <a:solidFill>
              <a:srgbClr val="FFFFFF"/>
            </a:solidFill>
            <a:ln w="38100" cap="rnd">
              <a:solidFill>
                <a:srgbClr val="243037"/>
              </a:solidFill>
              <a:prstDash val="solid"/>
              <a:round/>
            </a:ln>
          </p:spPr>
        </p:sp>
        <p:sp>
          <p:nvSpPr>
            <p:cNvPr id="8" name="TextBox 8"/>
            <p:cNvSpPr txBox="1"/>
            <p:nvPr/>
          </p:nvSpPr>
          <p:spPr>
            <a:xfrm>
              <a:off x="0" y="-38100"/>
              <a:ext cx="1505360" cy="618785"/>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9" name="Group 9"/>
          <p:cNvGrpSpPr/>
          <p:nvPr/>
        </p:nvGrpSpPr>
        <p:grpSpPr>
          <a:xfrm>
            <a:off x="7807889" y="3861426"/>
            <a:ext cx="5719267" cy="2206178"/>
            <a:chOff x="0" y="0"/>
            <a:chExt cx="1505360" cy="580685"/>
          </a:xfrm>
        </p:grpSpPr>
        <p:sp>
          <p:nvSpPr>
            <p:cNvPr id="10" name="Freeform 10"/>
            <p:cNvSpPr/>
            <p:nvPr/>
          </p:nvSpPr>
          <p:spPr>
            <a:xfrm>
              <a:off x="0" y="0"/>
              <a:ext cx="1505360" cy="580685"/>
            </a:xfrm>
            <a:custGeom>
              <a:avLst/>
              <a:gdLst/>
              <a:ahLst/>
              <a:cxnLst/>
              <a:rect l="l" t="t" r="r" b="b"/>
              <a:pathLst>
                <a:path w="1505360" h="580685">
                  <a:moveTo>
                    <a:pt x="50085" y="0"/>
                  </a:moveTo>
                  <a:lnTo>
                    <a:pt x="1455275" y="0"/>
                  </a:lnTo>
                  <a:cubicBezTo>
                    <a:pt x="1468558" y="0"/>
                    <a:pt x="1481297" y="5277"/>
                    <a:pt x="1490690" y="14670"/>
                  </a:cubicBezTo>
                  <a:cubicBezTo>
                    <a:pt x="1500083" y="24062"/>
                    <a:pt x="1505360" y="36802"/>
                    <a:pt x="1505360" y="50085"/>
                  </a:cubicBezTo>
                  <a:lnTo>
                    <a:pt x="1505360" y="530600"/>
                  </a:lnTo>
                  <a:cubicBezTo>
                    <a:pt x="1505360" y="543883"/>
                    <a:pt x="1500083" y="556622"/>
                    <a:pt x="1490690" y="566015"/>
                  </a:cubicBezTo>
                  <a:cubicBezTo>
                    <a:pt x="1481297" y="575408"/>
                    <a:pt x="1468558" y="580685"/>
                    <a:pt x="1455275" y="580685"/>
                  </a:cubicBezTo>
                  <a:lnTo>
                    <a:pt x="50085" y="580685"/>
                  </a:lnTo>
                  <a:cubicBezTo>
                    <a:pt x="36802" y="580685"/>
                    <a:pt x="24062" y="575408"/>
                    <a:pt x="14670" y="566015"/>
                  </a:cubicBezTo>
                  <a:cubicBezTo>
                    <a:pt x="5277" y="556622"/>
                    <a:pt x="0" y="543883"/>
                    <a:pt x="0" y="530600"/>
                  </a:cubicBezTo>
                  <a:lnTo>
                    <a:pt x="0" y="50085"/>
                  </a:lnTo>
                  <a:cubicBezTo>
                    <a:pt x="0" y="36802"/>
                    <a:pt x="5277" y="24062"/>
                    <a:pt x="14670" y="14670"/>
                  </a:cubicBezTo>
                  <a:cubicBezTo>
                    <a:pt x="24062" y="5277"/>
                    <a:pt x="36802" y="0"/>
                    <a:pt x="50085" y="0"/>
                  </a:cubicBezTo>
                  <a:close/>
                </a:path>
              </a:pathLst>
            </a:custGeom>
            <a:solidFill>
              <a:srgbClr val="FFFFFF"/>
            </a:solidFill>
            <a:ln w="38100" cap="rnd">
              <a:solidFill>
                <a:srgbClr val="243037"/>
              </a:solidFill>
              <a:prstDash val="solid"/>
              <a:round/>
            </a:ln>
          </p:spPr>
        </p:sp>
        <p:sp>
          <p:nvSpPr>
            <p:cNvPr id="11" name="TextBox 11"/>
            <p:cNvSpPr txBox="1"/>
            <p:nvPr/>
          </p:nvSpPr>
          <p:spPr>
            <a:xfrm>
              <a:off x="0" y="-38100"/>
              <a:ext cx="1505360" cy="618785"/>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2" name="Group 12"/>
          <p:cNvGrpSpPr/>
          <p:nvPr/>
        </p:nvGrpSpPr>
        <p:grpSpPr>
          <a:xfrm>
            <a:off x="7807889" y="6841298"/>
            <a:ext cx="5719267" cy="2206178"/>
            <a:chOff x="0" y="0"/>
            <a:chExt cx="1505360" cy="580685"/>
          </a:xfrm>
        </p:grpSpPr>
        <p:sp>
          <p:nvSpPr>
            <p:cNvPr id="13" name="Freeform 13"/>
            <p:cNvSpPr/>
            <p:nvPr/>
          </p:nvSpPr>
          <p:spPr>
            <a:xfrm>
              <a:off x="0" y="0"/>
              <a:ext cx="1505360" cy="580685"/>
            </a:xfrm>
            <a:custGeom>
              <a:avLst/>
              <a:gdLst/>
              <a:ahLst/>
              <a:cxnLst/>
              <a:rect l="l" t="t" r="r" b="b"/>
              <a:pathLst>
                <a:path w="1505360" h="580685">
                  <a:moveTo>
                    <a:pt x="50085" y="0"/>
                  </a:moveTo>
                  <a:lnTo>
                    <a:pt x="1455275" y="0"/>
                  </a:lnTo>
                  <a:cubicBezTo>
                    <a:pt x="1468558" y="0"/>
                    <a:pt x="1481297" y="5277"/>
                    <a:pt x="1490690" y="14670"/>
                  </a:cubicBezTo>
                  <a:cubicBezTo>
                    <a:pt x="1500083" y="24062"/>
                    <a:pt x="1505360" y="36802"/>
                    <a:pt x="1505360" y="50085"/>
                  </a:cubicBezTo>
                  <a:lnTo>
                    <a:pt x="1505360" y="530600"/>
                  </a:lnTo>
                  <a:cubicBezTo>
                    <a:pt x="1505360" y="543883"/>
                    <a:pt x="1500083" y="556622"/>
                    <a:pt x="1490690" y="566015"/>
                  </a:cubicBezTo>
                  <a:cubicBezTo>
                    <a:pt x="1481297" y="575408"/>
                    <a:pt x="1468558" y="580685"/>
                    <a:pt x="1455275" y="580685"/>
                  </a:cubicBezTo>
                  <a:lnTo>
                    <a:pt x="50085" y="580685"/>
                  </a:lnTo>
                  <a:cubicBezTo>
                    <a:pt x="36802" y="580685"/>
                    <a:pt x="24062" y="575408"/>
                    <a:pt x="14670" y="566015"/>
                  </a:cubicBezTo>
                  <a:cubicBezTo>
                    <a:pt x="5277" y="556622"/>
                    <a:pt x="0" y="543883"/>
                    <a:pt x="0" y="530600"/>
                  </a:cubicBezTo>
                  <a:lnTo>
                    <a:pt x="0" y="50085"/>
                  </a:lnTo>
                  <a:cubicBezTo>
                    <a:pt x="0" y="36802"/>
                    <a:pt x="5277" y="24062"/>
                    <a:pt x="14670" y="14670"/>
                  </a:cubicBezTo>
                  <a:cubicBezTo>
                    <a:pt x="24062" y="5277"/>
                    <a:pt x="36802" y="0"/>
                    <a:pt x="50085" y="0"/>
                  </a:cubicBezTo>
                  <a:close/>
                </a:path>
              </a:pathLst>
            </a:custGeom>
            <a:solidFill>
              <a:srgbClr val="FFFFFF"/>
            </a:solidFill>
            <a:ln w="38100" cap="rnd">
              <a:solidFill>
                <a:srgbClr val="243037"/>
              </a:solidFill>
              <a:prstDash val="solid"/>
              <a:round/>
            </a:ln>
          </p:spPr>
        </p:sp>
        <p:sp>
          <p:nvSpPr>
            <p:cNvPr id="14" name="TextBox 14"/>
            <p:cNvSpPr txBox="1"/>
            <p:nvPr/>
          </p:nvSpPr>
          <p:spPr>
            <a:xfrm>
              <a:off x="0" y="-38100"/>
              <a:ext cx="1505360" cy="618785"/>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5" name="Group 15"/>
          <p:cNvGrpSpPr/>
          <p:nvPr/>
        </p:nvGrpSpPr>
        <p:grpSpPr>
          <a:xfrm>
            <a:off x="1661376" y="3506960"/>
            <a:ext cx="3038485" cy="890084"/>
            <a:chOff x="0" y="0"/>
            <a:chExt cx="799755" cy="234278"/>
          </a:xfrm>
        </p:grpSpPr>
        <p:sp>
          <p:nvSpPr>
            <p:cNvPr id="16" name="Freeform 16"/>
            <p:cNvSpPr/>
            <p:nvPr/>
          </p:nvSpPr>
          <p:spPr>
            <a:xfrm>
              <a:off x="0" y="0"/>
              <a:ext cx="799755" cy="234278"/>
            </a:xfrm>
            <a:custGeom>
              <a:avLst/>
              <a:gdLst/>
              <a:ahLst/>
              <a:cxnLst/>
              <a:rect l="l" t="t" r="r" b="b"/>
              <a:pathLst>
                <a:path w="799755" h="234278">
                  <a:moveTo>
                    <a:pt x="94274" y="0"/>
                  </a:moveTo>
                  <a:lnTo>
                    <a:pt x="705481" y="0"/>
                  </a:lnTo>
                  <a:cubicBezTo>
                    <a:pt x="757547" y="0"/>
                    <a:pt x="799755" y="42208"/>
                    <a:pt x="799755" y="94274"/>
                  </a:cubicBezTo>
                  <a:lnTo>
                    <a:pt x="799755" y="140003"/>
                  </a:lnTo>
                  <a:cubicBezTo>
                    <a:pt x="799755" y="192070"/>
                    <a:pt x="757547" y="234278"/>
                    <a:pt x="705481" y="234278"/>
                  </a:cubicBezTo>
                  <a:lnTo>
                    <a:pt x="94274" y="234278"/>
                  </a:lnTo>
                  <a:cubicBezTo>
                    <a:pt x="42208" y="234278"/>
                    <a:pt x="0" y="192070"/>
                    <a:pt x="0" y="140003"/>
                  </a:cubicBezTo>
                  <a:lnTo>
                    <a:pt x="0" y="94274"/>
                  </a:lnTo>
                  <a:cubicBezTo>
                    <a:pt x="0" y="42208"/>
                    <a:pt x="42208" y="0"/>
                    <a:pt x="94274" y="0"/>
                  </a:cubicBezTo>
                  <a:close/>
                </a:path>
              </a:pathLst>
            </a:custGeom>
            <a:solidFill>
              <a:srgbClr val="E998BB"/>
            </a:solidFill>
            <a:ln w="38100" cap="rnd">
              <a:solidFill>
                <a:srgbClr val="243037"/>
              </a:solidFill>
              <a:prstDash val="solid"/>
              <a:round/>
            </a:ln>
          </p:spPr>
        </p:sp>
        <p:sp>
          <p:nvSpPr>
            <p:cNvPr id="17" name="TextBox 17"/>
            <p:cNvSpPr txBox="1"/>
            <p:nvPr/>
          </p:nvSpPr>
          <p:spPr>
            <a:xfrm>
              <a:off x="0" y="-38100"/>
              <a:ext cx="799755" cy="272378"/>
            </a:xfrm>
            <a:prstGeom prst="rect">
              <a:avLst/>
            </a:prstGeom>
          </p:spPr>
          <p:txBody>
            <a:bodyPr lIns="50800" tIns="50800" rIns="50800" bIns="50800" rtlCol="0" anchor="ctr"/>
            <a:lstStyle/>
            <a:p>
              <a:pPr algn="ctr">
                <a:lnSpc>
                  <a:spcPts val="2659"/>
                </a:lnSpc>
                <a:spcBef>
                  <a:spcPct val="0"/>
                </a:spcBef>
              </a:pPr>
              <a:endParaRPr/>
            </a:p>
          </p:txBody>
        </p:sp>
      </p:grpSp>
      <p:grpSp>
        <p:nvGrpSpPr>
          <p:cNvPr id="18" name="Group 18"/>
          <p:cNvGrpSpPr/>
          <p:nvPr/>
        </p:nvGrpSpPr>
        <p:grpSpPr>
          <a:xfrm>
            <a:off x="1661376" y="6486832"/>
            <a:ext cx="3038485" cy="890084"/>
            <a:chOff x="0" y="0"/>
            <a:chExt cx="799755" cy="234278"/>
          </a:xfrm>
        </p:grpSpPr>
        <p:sp>
          <p:nvSpPr>
            <p:cNvPr id="19" name="Freeform 19"/>
            <p:cNvSpPr/>
            <p:nvPr/>
          </p:nvSpPr>
          <p:spPr>
            <a:xfrm>
              <a:off x="0" y="0"/>
              <a:ext cx="799755" cy="234278"/>
            </a:xfrm>
            <a:custGeom>
              <a:avLst/>
              <a:gdLst/>
              <a:ahLst/>
              <a:cxnLst/>
              <a:rect l="l" t="t" r="r" b="b"/>
              <a:pathLst>
                <a:path w="799755" h="234278">
                  <a:moveTo>
                    <a:pt x="94274" y="0"/>
                  </a:moveTo>
                  <a:lnTo>
                    <a:pt x="705481" y="0"/>
                  </a:lnTo>
                  <a:cubicBezTo>
                    <a:pt x="757547" y="0"/>
                    <a:pt x="799755" y="42208"/>
                    <a:pt x="799755" y="94274"/>
                  </a:cubicBezTo>
                  <a:lnTo>
                    <a:pt x="799755" y="140003"/>
                  </a:lnTo>
                  <a:cubicBezTo>
                    <a:pt x="799755" y="192070"/>
                    <a:pt x="757547" y="234278"/>
                    <a:pt x="705481" y="234278"/>
                  </a:cubicBezTo>
                  <a:lnTo>
                    <a:pt x="94274" y="234278"/>
                  </a:lnTo>
                  <a:cubicBezTo>
                    <a:pt x="42208" y="234278"/>
                    <a:pt x="0" y="192070"/>
                    <a:pt x="0" y="140003"/>
                  </a:cubicBezTo>
                  <a:lnTo>
                    <a:pt x="0" y="94274"/>
                  </a:lnTo>
                  <a:cubicBezTo>
                    <a:pt x="0" y="42208"/>
                    <a:pt x="42208" y="0"/>
                    <a:pt x="94274" y="0"/>
                  </a:cubicBezTo>
                  <a:close/>
                </a:path>
              </a:pathLst>
            </a:custGeom>
            <a:solidFill>
              <a:srgbClr val="E3613D"/>
            </a:solidFill>
            <a:ln w="38100" cap="rnd">
              <a:solidFill>
                <a:srgbClr val="243037"/>
              </a:solidFill>
              <a:prstDash val="solid"/>
              <a:round/>
            </a:ln>
          </p:spPr>
        </p:sp>
        <p:sp>
          <p:nvSpPr>
            <p:cNvPr id="20" name="TextBox 20"/>
            <p:cNvSpPr txBox="1"/>
            <p:nvPr/>
          </p:nvSpPr>
          <p:spPr>
            <a:xfrm>
              <a:off x="0" y="-38100"/>
              <a:ext cx="799755" cy="272378"/>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21" name="Group 21"/>
          <p:cNvGrpSpPr/>
          <p:nvPr/>
        </p:nvGrpSpPr>
        <p:grpSpPr>
          <a:xfrm>
            <a:off x="8366846" y="3506960"/>
            <a:ext cx="3038485" cy="890084"/>
            <a:chOff x="0" y="0"/>
            <a:chExt cx="799755" cy="234278"/>
          </a:xfrm>
        </p:grpSpPr>
        <p:sp>
          <p:nvSpPr>
            <p:cNvPr id="22" name="Freeform 22"/>
            <p:cNvSpPr/>
            <p:nvPr/>
          </p:nvSpPr>
          <p:spPr>
            <a:xfrm>
              <a:off x="0" y="0"/>
              <a:ext cx="799755" cy="234278"/>
            </a:xfrm>
            <a:custGeom>
              <a:avLst/>
              <a:gdLst/>
              <a:ahLst/>
              <a:cxnLst/>
              <a:rect l="l" t="t" r="r" b="b"/>
              <a:pathLst>
                <a:path w="799755" h="234278">
                  <a:moveTo>
                    <a:pt x="94274" y="0"/>
                  </a:moveTo>
                  <a:lnTo>
                    <a:pt x="705481" y="0"/>
                  </a:lnTo>
                  <a:cubicBezTo>
                    <a:pt x="757547" y="0"/>
                    <a:pt x="799755" y="42208"/>
                    <a:pt x="799755" y="94274"/>
                  </a:cubicBezTo>
                  <a:lnTo>
                    <a:pt x="799755" y="140003"/>
                  </a:lnTo>
                  <a:cubicBezTo>
                    <a:pt x="799755" y="192070"/>
                    <a:pt x="757547" y="234278"/>
                    <a:pt x="705481" y="234278"/>
                  </a:cubicBezTo>
                  <a:lnTo>
                    <a:pt x="94274" y="234278"/>
                  </a:lnTo>
                  <a:cubicBezTo>
                    <a:pt x="42208" y="234278"/>
                    <a:pt x="0" y="192070"/>
                    <a:pt x="0" y="140003"/>
                  </a:cubicBezTo>
                  <a:lnTo>
                    <a:pt x="0" y="94274"/>
                  </a:lnTo>
                  <a:cubicBezTo>
                    <a:pt x="0" y="42208"/>
                    <a:pt x="42208" y="0"/>
                    <a:pt x="94274" y="0"/>
                  </a:cubicBezTo>
                  <a:close/>
                </a:path>
              </a:pathLst>
            </a:custGeom>
            <a:solidFill>
              <a:srgbClr val="E3613D"/>
            </a:solidFill>
            <a:ln w="38100" cap="rnd">
              <a:solidFill>
                <a:srgbClr val="243037"/>
              </a:solidFill>
              <a:prstDash val="solid"/>
              <a:round/>
            </a:ln>
          </p:spPr>
        </p:sp>
        <p:sp>
          <p:nvSpPr>
            <p:cNvPr id="23" name="TextBox 23"/>
            <p:cNvSpPr txBox="1"/>
            <p:nvPr/>
          </p:nvSpPr>
          <p:spPr>
            <a:xfrm>
              <a:off x="0" y="-38100"/>
              <a:ext cx="799755" cy="272378"/>
            </a:xfrm>
            <a:prstGeom prst="rect">
              <a:avLst/>
            </a:prstGeom>
          </p:spPr>
          <p:txBody>
            <a:bodyPr lIns="50800" tIns="50800" rIns="50800" bIns="50800" rtlCol="0" anchor="ctr"/>
            <a:lstStyle/>
            <a:p>
              <a:pPr algn="ctr">
                <a:lnSpc>
                  <a:spcPts val="2659"/>
                </a:lnSpc>
                <a:spcBef>
                  <a:spcPct val="0"/>
                </a:spcBef>
              </a:pPr>
              <a:endParaRPr/>
            </a:p>
          </p:txBody>
        </p:sp>
      </p:grpSp>
      <p:grpSp>
        <p:nvGrpSpPr>
          <p:cNvPr id="24" name="Group 24"/>
          <p:cNvGrpSpPr/>
          <p:nvPr/>
        </p:nvGrpSpPr>
        <p:grpSpPr>
          <a:xfrm>
            <a:off x="8366846" y="6486832"/>
            <a:ext cx="3038485" cy="890084"/>
            <a:chOff x="0" y="0"/>
            <a:chExt cx="799755" cy="234278"/>
          </a:xfrm>
        </p:grpSpPr>
        <p:sp>
          <p:nvSpPr>
            <p:cNvPr id="25" name="Freeform 25"/>
            <p:cNvSpPr/>
            <p:nvPr/>
          </p:nvSpPr>
          <p:spPr>
            <a:xfrm>
              <a:off x="0" y="0"/>
              <a:ext cx="799755" cy="234278"/>
            </a:xfrm>
            <a:custGeom>
              <a:avLst/>
              <a:gdLst/>
              <a:ahLst/>
              <a:cxnLst/>
              <a:rect l="l" t="t" r="r" b="b"/>
              <a:pathLst>
                <a:path w="799755" h="234278">
                  <a:moveTo>
                    <a:pt x="94274" y="0"/>
                  </a:moveTo>
                  <a:lnTo>
                    <a:pt x="705481" y="0"/>
                  </a:lnTo>
                  <a:cubicBezTo>
                    <a:pt x="757547" y="0"/>
                    <a:pt x="799755" y="42208"/>
                    <a:pt x="799755" y="94274"/>
                  </a:cubicBezTo>
                  <a:lnTo>
                    <a:pt x="799755" y="140003"/>
                  </a:lnTo>
                  <a:cubicBezTo>
                    <a:pt x="799755" y="192070"/>
                    <a:pt x="757547" y="234278"/>
                    <a:pt x="705481" y="234278"/>
                  </a:cubicBezTo>
                  <a:lnTo>
                    <a:pt x="94274" y="234278"/>
                  </a:lnTo>
                  <a:cubicBezTo>
                    <a:pt x="42208" y="234278"/>
                    <a:pt x="0" y="192070"/>
                    <a:pt x="0" y="140003"/>
                  </a:cubicBezTo>
                  <a:lnTo>
                    <a:pt x="0" y="94274"/>
                  </a:lnTo>
                  <a:cubicBezTo>
                    <a:pt x="0" y="42208"/>
                    <a:pt x="42208" y="0"/>
                    <a:pt x="94274" y="0"/>
                  </a:cubicBezTo>
                  <a:close/>
                </a:path>
              </a:pathLst>
            </a:custGeom>
            <a:solidFill>
              <a:srgbClr val="E998BB"/>
            </a:solidFill>
            <a:ln w="38100" cap="rnd">
              <a:solidFill>
                <a:srgbClr val="243037"/>
              </a:solidFill>
              <a:prstDash val="solid"/>
              <a:round/>
            </a:ln>
          </p:spPr>
        </p:sp>
        <p:sp>
          <p:nvSpPr>
            <p:cNvPr id="26" name="TextBox 26"/>
            <p:cNvSpPr txBox="1"/>
            <p:nvPr/>
          </p:nvSpPr>
          <p:spPr>
            <a:xfrm>
              <a:off x="0" y="-38100"/>
              <a:ext cx="799755" cy="272378"/>
            </a:xfrm>
            <a:prstGeom prst="rect">
              <a:avLst/>
            </a:prstGeom>
          </p:spPr>
          <p:txBody>
            <a:bodyPr lIns="50800" tIns="50800" rIns="50800" bIns="50800" rtlCol="0" anchor="ctr"/>
            <a:lstStyle/>
            <a:p>
              <a:pPr algn="ctr">
                <a:lnSpc>
                  <a:spcPts val="2659"/>
                </a:lnSpc>
                <a:spcBef>
                  <a:spcPct val="0"/>
                </a:spcBef>
              </a:pPr>
              <a:endParaRPr/>
            </a:p>
          </p:txBody>
        </p:sp>
      </p:grpSp>
      <p:sp>
        <p:nvSpPr>
          <p:cNvPr id="27" name="Freeform 27"/>
          <p:cNvSpPr/>
          <p:nvPr/>
        </p:nvSpPr>
        <p:spPr>
          <a:xfrm>
            <a:off x="13854303" y="1040847"/>
            <a:ext cx="3404997" cy="4114800"/>
          </a:xfrm>
          <a:custGeom>
            <a:avLst/>
            <a:gdLst/>
            <a:ahLst/>
            <a:cxnLst/>
            <a:rect l="l" t="t" r="r" b="b"/>
            <a:pathLst>
              <a:path w="3404997" h="4114800">
                <a:moveTo>
                  <a:pt x="0" y="0"/>
                </a:moveTo>
                <a:lnTo>
                  <a:pt x="3404997" y="0"/>
                </a:lnTo>
                <a:lnTo>
                  <a:pt x="3404997"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8" name="Freeform 28"/>
          <p:cNvSpPr/>
          <p:nvPr/>
        </p:nvSpPr>
        <p:spPr>
          <a:xfrm rot="-227561">
            <a:off x="14155315" y="5439302"/>
            <a:ext cx="2979080" cy="3875226"/>
          </a:xfrm>
          <a:custGeom>
            <a:avLst/>
            <a:gdLst/>
            <a:ahLst/>
            <a:cxnLst/>
            <a:rect l="l" t="t" r="r" b="b"/>
            <a:pathLst>
              <a:path w="2979080" h="3875226">
                <a:moveTo>
                  <a:pt x="0" y="0"/>
                </a:moveTo>
                <a:lnTo>
                  <a:pt x="2979081" y="0"/>
                </a:lnTo>
                <a:lnTo>
                  <a:pt x="2979081" y="3875227"/>
                </a:lnTo>
                <a:lnTo>
                  <a:pt x="0" y="387522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29" name="Freeform 29"/>
          <p:cNvSpPr/>
          <p:nvPr/>
        </p:nvSpPr>
        <p:spPr>
          <a:xfrm rot="-308977">
            <a:off x="9969009" y="1189643"/>
            <a:ext cx="3676727" cy="2013008"/>
          </a:xfrm>
          <a:custGeom>
            <a:avLst/>
            <a:gdLst/>
            <a:ahLst/>
            <a:cxnLst/>
            <a:rect l="l" t="t" r="r" b="b"/>
            <a:pathLst>
              <a:path w="3676727" h="2013008">
                <a:moveTo>
                  <a:pt x="0" y="0"/>
                </a:moveTo>
                <a:lnTo>
                  <a:pt x="3676727" y="0"/>
                </a:lnTo>
                <a:lnTo>
                  <a:pt x="3676727" y="2013008"/>
                </a:lnTo>
                <a:lnTo>
                  <a:pt x="0" y="2013008"/>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30" name="TextBox 30"/>
          <p:cNvSpPr txBox="1"/>
          <p:nvPr/>
        </p:nvSpPr>
        <p:spPr>
          <a:xfrm>
            <a:off x="1028700" y="1239524"/>
            <a:ext cx="6190196" cy="1297294"/>
          </a:xfrm>
          <a:prstGeom prst="rect">
            <a:avLst/>
          </a:prstGeom>
        </p:spPr>
        <p:txBody>
          <a:bodyPr lIns="0" tIns="0" rIns="0" bIns="0" rtlCol="0" anchor="t">
            <a:spAutoFit/>
          </a:bodyPr>
          <a:lstStyle/>
          <a:p>
            <a:pPr marL="0" lvl="0" indent="0" algn="l">
              <a:lnSpc>
                <a:spcPts val="10292"/>
              </a:lnSpc>
              <a:spcBef>
                <a:spcPct val="0"/>
              </a:spcBef>
            </a:pPr>
            <a:r>
              <a:rPr lang="en-US" sz="8577" b="1" u="none" strike="noStrike">
                <a:solidFill>
                  <a:srgbClr val="E3613D"/>
                </a:solidFill>
                <a:latin typeface="Cy Grotesk Key Bold"/>
                <a:ea typeface="Cy Grotesk Key Bold"/>
                <a:cs typeface="Cy Grotesk Key Bold"/>
                <a:sym typeface="Cy Grotesk Key Bold"/>
              </a:rPr>
              <a:t>The Tools</a:t>
            </a:r>
          </a:p>
        </p:txBody>
      </p:sp>
      <p:sp>
        <p:nvSpPr>
          <p:cNvPr id="31" name="TextBox 31"/>
          <p:cNvSpPr txBox="1"/>
          <p:nvPr/>
        </p:nvSpPr>
        <p:spPr>
          <a:xfrm>
            <a:off x="2174925" y="3650131"/>
            <a:ext cx="2011387" cy="546591"/>
          </a:xfrm>
          <a:prstGeom prst="rect">
            <a:avLst/>
          </a:prstGeom>
        </p:spPr>
        <p:txBody>
          <a:bodyPr lIns="0" tIns="0" rIns="0" bIns="0" rtlCol="0" anchor="t">
            <a:spAutoFit/>
          </a:bodyPr>
          <a:lstStyle/>
          <a:p>
            <a:pPr algn="ctr">
              <a:lnSpc>
                <a:spcPts val="4535"/>
              </a:lnSpc>
            </a:pPr>
            <a:r>
              <a:rPr lang="en-US" sz="3239" b="1">
                <a:solidFill>
                  <a:srgbClr val="242424"/>
                </a:solidFill>
                <a:latin typeface="TT Hoves Bold"/>
                <a:ea typeface="TT Hoves Bold"/>
                <a:cs typeface="TT Hoves Bold"/>
                <a:sym typeface="TT Hoves Bold"/>
              </a:rPr>
              <a:t>Tool A</a:t>
            </a:r>
          </a:p>
        </p:txBody>
      </p:sp>
      <p:sp>
        <p:nvSpPr>
          <p:cNvPr id="32" name="TextBox 32"/>
          <p:cNvSpPr txBox="1"/>
          <p:nvPr/>
        </p:nvSpPr>
        <p:spPr>
          <a:xfrm>
            <a:off x="2174925" y="6630003"/>
            <a:ext cx="2011387" cy="546591"/>
          </a:xfrm>
          <a:prstGeom prst="rect">
            <a:avLst/>
          </a:prstGeom>
        </p:spPr>
        <p:txBody>
          <a:bodyPr lIns="0" tIns="0" rIns="0" bIns="0" rtlCol="0" anchor="t">
            <a:spAutoFit/>
          </a:bodyPr>
          <a:lstStyle/>
          <a:p>
            <a:pPr algn="ctr">
              <a:lnSpc>
                <a:spcPts val="4535"/>
              </a:lnSpc>
            </a:pPr>
            <a:r>
              <a:rPr lang="en-US" sz="3239" b="1">
                <a:solidFill>
                  <a:srgbClr val="F9F5E7"/>
                </a:solidFill>
                <a:latin typeface="TT Hoves Bold"/>
                <a:ea typeface="TT Hoves Bold"/>
                <a:cs typeface="TT Hoves Bold"/>
                <a:sym typeface="TT Hoves Bold"/>
              </a:rPr>
              <a:t>Tool C</a:t>
            </a:r>
          </a:p>
        </p:txBody>
      </p:sp>
      <p:sp>
        <p:nvSpPr>
          <p:cNvPr id="33" name="TextBox 33"/>
          <p:cNvSpPr txBox="1"/>
          <p:nvPr/>
        </p:nvSpPr>
        <p:spPr>
          <a:xfrm>
            <a:off x="8880395" y="3650131"/>
            <a:ext cx="2011387" cy="546591"/>
          </a:xfrm>
          <a:prstGeom prst="rect">
            <a:avLst/>
          </a:prstGeom>
        </p:spPr>
        <p:txBody>
          <a:bodyPr lIns="0" tIns="0" rIns="0" bIns="0" rtlCol="0" anchor="t">
            <a:spAutoFit/>
          </a:bodyPr>
          <a:lstStyle/>
          <a:p>
            <a:pPr algn="ctr">
              <a:lnSpc>
                <a:spcPts val="4535"/>
              </a:lnSpc>
            </a:pPr>
            <a:r>
              <a:rPr lang="en-US" sz="3239" b="1">
                <a:solidFill>
                  <a:srgbClr val="F9F5E7"/>
                </a:solidFill>
                <a:latin typeface="TT Hoves Bold"/>
                <a:ea typeface="TT Hoves Bold"/>
                <a:cs typeface="TT Hoves Bold"/>
                <a:sym typeface="TT Hoves Bold"/>
              </a:rPr>
              <a:t>Tool B</a:t>
            </a:r>
          </a:p>
        </p:txBody>
      </p:sp>
      <p:sp>
        <p:nvSpPr>
          <p:cNvPr id="34" name="TextBox 34"/>
          <p:cNvSpPr txBox="1"/>
          <p:nvPr/>
        </p:nvSpPr>
        <p:spPr>
          <a:xfrm>
            <a:off x="8880395" y="6630003"/>
            <a:ext cx="2011387" cy="546591"/>
          </a:xfrm>
          <a:prstGeom prst="rect">
            <a:avLst/>
          </a:prstGeom>
        </p:spPr>
        <p:txBody>
          <a:bodyPr lIns="0" tIns="0" rIns="0" bIns="0" rtlCol="0" anchor="t">
            <a:spAutoFit/>
          </a:bodyPr>
          <a:lstStyle/>
          <a:p>
            <a:pPr algn="ctr">
              <a:lnSpc>
                <a:spcPts val="4535"/>
              </a:lnSpc>
            </a:pPr>
            <a:r>
              <a:rPr lang="en-US" sz="3239" b="1">
                <a:solidFill>
                  <a:srgbClr val="242424"/>
                </a:solidFill>
                <a:latin typeface="TT Hoves Bold"/>
                <a:ea typeface="TT Hoves Bold"/>
                <a:cs typeface="TT Hoves Bold"/>
                <a:sym typeface="TT Hoves Bold"/>
              </a:rPr>
              <a:t>Tool D</a:t>
            </a:r>
          </a:p>
        </p:txBody>
      </p:sp>
      <p:sp>
        <p:nvSpPr>
          <p:cNvPr id="35" name="TextBox 35"/>
          <p:cNvSpPr txBox="1"/>
          <p:nvPr/>
        </p:nvSpPr>
        <p:spPr>
          <a:xfrm>
            <a:off x="1808801" y="4703885"/>
            <a:ext cx="3371671" cy="855899"/>
          </a:xfrm>
          <a:prstGeom prst="rect">
            <a:avLst/>
          </a:prstGeom>
        </p:spPr>
        <p:txBody>
          <a:bodyPr lIns="0" tIns="0" rIns="0" bIns="0" rtlCol="0" anchor="t">
            <a:spAutoFit/>
          </a:bodyPr>
          <a:lstStyle/>
          <a:p>
            <a:pPr algn="l">
              <a:lnSpc>
                <a:spcPts val="3467"/>
              </a:lnSpc>
              <a:spcBef>
                <a:spcPct val="0"/>
              </a:spcBef>
            </a:pPr>
            <a:r>
              <a:rPr lang="en-US" sz="2477">
                <a:solidFill>
                  <a:srgbClr val="242424"/>
                </a:solidFill>
                <a:latin typeface="TT Hoves"/>
                <a:ea typeface="TT Hoves"/>
                <a:cs typeface="TT Hoves"/>
                <a:sym typeface="TT Hoves"/>
              </a:rPr>
              <a:t>Write your explanation of the topic here. </a:t>
            </a:r>
          </a:p>
        </p:txBody>
      </p:sp>
      <p:sp>
        <p:nvSpPr>
          <p:cNvPr id="36" name="TextBox 36"/>
          <p:cNvSpPr txBox="1"/>
          <p:nvPr/>
        </p:nvSpPr>
        <p:spPr>
          <a:xfrm>
            <a:off x="1808801" y="7683756"/>
            <a:ext cx="3371671" cy="855899"/>
          </a:xfrm>
          <a:prstGeom prst="rect">
            <a:avLst/>
          </a:prstGeom>
        </p:spPr>
        <p:txBody>
          <a:bodyPr lIns="0" tIns="0" rIns="0" bIns="0" rtlCol="0" anchor="t">
            <a:spAutoFit/>
          </a:bodyPr>
          <a:lstStyle/>
          <a:p>
            <a:pPr algn="l">
              <a:lnSpc>
                <a:spcPts val="3467"/>
              </a:lnSpc>
              <a:spcBef>
                <a:spcPct val="0"/>
              </a:spcBef>
            </a:pPr>
            <a:r>
              <a:rPr lang="en-US" sz="2477">
                <a:solidFill>
                  <a:srgbClr val="242424"/>
                </a:solidFill>
                <a:latin typeface="TT Hoves"/>
                <a:ea typeface="TT Hoves"/>
                <a:cs typeface="TT Hoves"/>
                <a:sym typeface="TT Hoves"/>
              </a:rPr>
              <a:t>Write your explanation of the topic here. </a:t>
            </a:r>
          </a:p>
        </p:txBody>
      </p:sp>
      <p:sp>
        <p:nvSpPr>
          <p:cNvPr id="37" name="TextBox 37"/>
          <p:cNvSpPr txBox="1"/>
          <p:nvPr/>
        </p:nvSpPr>
        <p:spPr>
          <a:xfrm>
            <a:off x="8514270" y="4703885"/>
            <a:ext cx="3371671" cy="855899"/>
          </a:xfrm>
          <a:prstGeom prst="rect">
            <a:avLst/>
          </a:prstGeom>
        </p:spPr>
        <p:txBody>
          <a:bodyPr lIns="0" tIns="0" rIns="0" bIns="0" rtlCol="0" anchor="t">
            <a:spAutoFit/>
          </a:bodyPr>
          <a:lstStyle/>
          <a:p>
            <a:pPr marL="0" lvl="0" indent="0" algn="l">
              <a:lnSpc>
                <a:spcPts val="3467"/>
              </a:lnSpc>
              <a:spcBef>
                <a:spcPct val="0"/>
              </a:spcBef>
            </a:pPr>
            <a:r>
              <a:rPr lang="en-US" sz="2477" u="none" strike="noStrike">
                <a:solidFill>
                  <a:srgbClr val="242424"/>
                </a:solidFill>
                <a:latin typeface="TT Hoves"/>
                <a:ea typeface="TT Hoves"/>
                <a:cs typeface="TT Hoves"/>
                <a:sym typeface="TT Hoves"/>
              </a:rPr>
              <a:t>Write your explanation of the topic here. </a:t>
            </a:r>
          </a:p>
        </p:txBody>
      </p:sp>
      <p:sp>
        <p:nvSpPr>
          <p:cNvPr id="38" name="TextBox 38"/>
          <p:cNvSpPr txBox="1"/>
          <p:nvPr/>
        </p:nvSpPr>
        <p:spPr>
          <a:xfrm>
            <a:off x="8514270" y="7683756"/>
            <a:ext cx="3371671" cy="855899"/>
          </a:xfrm>
          <a:prstGeom prst="rect">
            <a:avLst/>
          </a:prstGeom>
        </p:spPr>
        <p:txBody>
          <a:bodyPr lIns="0" tIns="0" rIns="0" bIns="0" rtlCol="0" anchor="t">
            <a:spAutoFit/>
          </a:bodyPr>
          <a:lstStyle/>
          <a:p>
            <a:pPr algn="l">
              <a:lnSpc>
                <a:spcPts val="3467"/>
              </a:lnSpc>
              <a:spcBef>
                <a:spcPct val="0"/>
              </a:spcBef>
            </a:pPr>
            <a:r>
              <a:rPr lang="en-US" sz="2477">
                <a:solidFill>
                  <a:srgbClr val="242424"/>
                </a:solidFill>
                <a:latin typeface="TT Hoves"/>
                <a:ea typeface="TT Hoves"/>
                <a:cs typeface="TT Hoves"/>
                <a:sym typeface="TT Hoves"/>
              </a:rPr>
              <a:t>Write your explanation of the topic here.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6237CF"/>
        </a:solidFill>
        <a:effectLst/>
      </p:bgPr>
    </p:bg>
    <p:spTree>
      <p:nvGrpSpPr>
        <p:cNvPr id="1" name=""/>
        <p:cNvGrpSpPr/>
        <p:nvPr/>
      </p:nvGrpSpPr>
      <p:grpSpPr>
        <a:xfrm>
          <a:off x="0" y="0"/>
          <a:ext cx="0" cy="0"/>
          <a:chOff x="0" y="0"/>
          <a:chExt cx="0" cy="0"/>
        </a:xfrm>
      </p:grpSpPr>
      <p:grpSp>
        <p:nvGrpSpPr>
          <p:cNvPr id="2" name="Group 2"/>
          <p:cNvGrpSpPr/>
          <p:nvPr/>
        </p:nvGrpSpPr>
        <p:grpSpPr>
          <a:xfrm>
            <a:off x="1028700" y="3452592"/>
            <a:ext cx="16230600" cy="4629198"/>
            <a:chOff x="0" y="0"/>
            <a:chExt cx="4475439" cy="1276459"/>
          </a:xfrm>
        </p:grpSpPr>
        <p:sp>
          <p:nvSpPr>
            <p:cNvPr id="3" name="Freeform 3"/>
            <p:cNvSpPr/>
            <p:nvPr/>
          </p:nvSpPr>
          <p:spPr>
            <a:xfrm>
              <a:off x="0" y="0"/>
              <a:ext cx="4475440" cy="1276459"/>
            </a:xfrm>
            <a:custGeom>
              <a:avLst/>
              <a:gdLst/>
              <a:ahLst/>
              <a:cxnLst/>
              <a:rect l="l" t="t" r="r" b="b"/>
              <a:pathLst>
                <a:path w="4475440" h="1276459">
                  <a:moveTo>
                    <a:pt x="17649" y="0"/>
                  </a:moveTo>
                  <a:lnTo>
                    <a:pt x="4457791" y="0"/>
                  </a:lnTo>
                  <a:cubicBezTo>
                    <a:pt x="4462471" y="0"/>
                    <a:pt x="4466961" y="1859"/>
                    <a:pt x="4470271" y="5169"/>
                  </a:cubicBezTo>
                  <a:cubicBezTo>
                    <a:pt x="4473580" y="8479"/>
                    <a:pt x="4475440" y="12968"/>
                    <a:pt x="4475440" y="17649"/>
                  </a:cubicBezTo>
                  <a:lnTo>
                    <a:pt x="4475440" y="1258810"/>
                  </a:lnTo>
                  <a:cubicBezTo>
                    <a:pt x="4475440" y="1263491"/>
                    <a:pt x="4473580" y="1267980"/>
                    <a:pt x="4470271" y="1271290"/>
                  </a:cubicBezTo>
                  <a:cubicBezTo>
                    <a:pt x="4466961" y="1274600"/>
                    <a:pt x="4462471" y="1276459"/>
                    <a:pt x="4457791" y="1276459"/>
                  </a:cubicBezTo>
                  <a:lnTo>
                    <a:pt x="17649" y="1276459"/>
                  </a:lnTo>
                  <a:cubicBezTo>
                    <a:pt x="12968" y="1276459"/>
                    <a:pt x="8479" y="1274600"/>
                    <a:pt x="5169" y="1271290"/>
                  </a:cubicBezTo>
                  <a:cubicBezTo>
                    <a:pt x="1859" y="1267980"/>
                    <a:pt x="0" y="1263491"/>
                    <a:pt x="0" y="1258810"/>
                  </a:cubicBezTo>
                  <a:lnTo>
                    <a:pt x="0" y="17649"/>
                  </a:lnTo>
                  <a:cubicBezTo>
                    <a:pt x="0" y="12968"/>
                    <a:pt x="1859" y="8479"/>
                    <a:pt x="5169" y="5169"/>
                  </a:cubicBezTo>
                  <a:cubicBezTo>
                    <a:pt x="8479" y="1859"/>
                    <a:pt x="12968" y="0"/>
                    <a:pt x="17649" y="0"/>
                  </a:cubicBezTo>
                  <a:close/>
                </a:path>
              </a:pathLst>
            </a:custGeom>
            <a:solidFill>
              <a:srgbClr val="FFFFFF"/>
            </a:solidFill>
            <a:ln w="38100" cap="rnd">
              <a:solidFill>
                <a:srgbClr val="243037"/>
              </a:solidFill>
              <a:prstDash val="solid"/>
              <a:round/>
            </a:ln>
          </p:spPr>
        </p:sp>
        <p:sp>
          <p:nvSpPr>
            <p:cNvPr id="4" name="TextBox 4"/>
            <p:cNvSpPr txBox="1"/>
            <p:nvPr/>
          </p:nvSpPr>
          <p:spPr>
            <a:xfrm>
              <a:off x="0" y="-38100"/>
              <a:ext cx="4475439" cy="1314559"/>
            </a:xfrm>
            <a:prstGeom prst="rect">
              <a:avLst/>
            </a:prstGeom>
          </p:spPr>
          <p:txBody>
            <a:bodyPr lIns="50800" tIns="50800" rIns="50800" bIns="50800" rtlCol="0" anchor="ctr"/>
            <a:lstStyle/>
            <a:p>
              <a:pPr marL="0" lvl="0" indent="0" algn="ctr">
                <a:lnSpc>
                  <a:spcPts val="2659"/>
                </a:lnSpc>
                <a:spcBef>
                  <a:spcPct val="0"/>
                </a:spcBef>
              </a:pPr>
              <a:endParaRPr/>
            </a:p>
          </p:txBody>
        </p:sp>
      </p:grpSp>
      <p:pic>
        <p:nvPicPr>
          <p:cNvPr id="5" name="Picture 5"/>
          <p:cNvPicPr>
            <a:picLocks noChangeAspect="1"/>
          </p:cNvPicPr>
          <p:nvPr/>
        </p:nvPicPr>
        <p:blipFill>
          <a:blip r:embed="rId2"/>
          <a:stretch>
            <a:fillRect/>
          </a:stretch>
        </p:blipFill>
        <p:spPr>
          <a:xfrm>
            <a:off x="1113149" y="3679305"/>
            <a:ext cx="5490928" cy="4175773"/>
          </a:xfrm>
          <a:prstGeom prst="rect">
            <a:avLst/>
          </a:prstGeom>
        </p:spPr>
      </p:pic>
      <p:pic>
        <p:nvPicPr>
          <p:cNvPr id="6" name="Picture 6"/>
          <p:cNvPicPr>
            <a:picLocks noChangeAspect="1"/>
          </p:cNvPicPr>
          <p:nvPr/>
        </p:nvPicPr>
        <p:blipFill>
          <a:blip r:embed="rId3"/>
          <a:stretch>
            <a:fillRect/>
          </a:stretch>
        </p:blipFill>
        <p:spPr>
          <a:xfrm>
            <a:off x="6394887" y="3739934"/>
            <a:ext cx="5494909" cy="4054516"/>
          </a:xfrm>
          <a:prstGeom prst="rect">
            <a:avLst/>
          </a:prstGeom>
        </p:spPr>
      </p:pic>
      <p:pic>
        <p:nvPicPr>
          <p:cNvPr id="7" name="Picture 7"/>
          <p:cNvPicPr>
            <a:picLocks noChangeAspect="1"/>
          </p:cNvPicPr>
          <p:nvPr/>
        </p:nvPicPr>
        <p:blipFill>
          <a:blip r:embed="rId4"/>
          <a:stretch>
            <a:fillRect/>
          </a:stretch>
        </p:blipFill>
        <p:spPr>
          <a:xfrm>
            <a:off x="11683980" y="3740271"/>
            <a:ext cx="5490868" cy="4114803"/>
          </a:xfrm>
          <a:prstGeom prst="rect">
            <a:avLst/>
          </a:prstGeom>
        </p:spPr>
      </p:pic>
      <p:sp>
        <p:nvSpPr>
          <p:cNvPr id="8" name="Freeform 8"/>
          <p:cNvSpPr/>
          <p:nvPr/>
        </p:nvSpPr>
        <p:spPr>
          <a:xfrm>
            <a:off x="1125023" y="1128077"/>
            <a:ext cx="6018083" cy="2550163"/>
          </a:xfrm>
          <a:custGeom>
            <a:avLst/>
            <a:gdLst/>
            <a:ahLst/>
            <a:cxnLst/>
            <a:rect l="l" t="t" r="r" b="b"/>
            <a:pathLst>
              <a:path w="6018083" h="2550163">
                <a:moveTo>
                  <a:pt x="0" y="0"/>
                </a:moveTo>
                <a:lnTo>
                  <a:pt x="6018084" y="0"/>
                </a:lnTo>
                <a:lnTo>
                  <a:pt x="6018084" y="2550163"/>
                </a:lnTo>
                <a:lnTo>
                  <a:pt x="0" y="255016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9" name="Freeform 9"/>
          <p:cNvSpPr/>
          <p:nvPr/>
        </p:nvSpPr>
        <p:spPr>
          <a:xfrm rot="460072">
            <a:off x="16302573" y="6827048"/>
            <a:ext cx="2456159" cy="2509485"/>
          </a:xfrm>
          <a:custGeom>
            <a:avLst/>
            <a:gdLst/>
            <a:ahLst/>
            <a:cxnLst/>
            <a:rect l="l" t="t" r="r" b="b"/>
            <a:pathLst>
              <a:path w="2456159" h="2509485">
                <a:moveTo>
                  <a:pt x="0" y="0"/>
                </a:moveTo>
                <a:lnTo>
                  <a:pt x="2456159" y="0"/>
                </a:lnTo>
                <a:lnTo>
                  <a:pt x="2456159" y="2509485"/>
                </a:lnTo>
                <a:lnTo>
                  <a:pt x="0" y="2509485"/>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1" name="TextBox 11"/>
          <p:cNvSpPr txBox="1"/>
          <p:nvPr/>
        </p:nvSpPr>
        <p:spPr>
          <a:xfrm>
            <a:off x="844321" y="1199252"/>
            <a:ext cx="5426431" cy="1167490"/>
          </a:xfrm>
          <a:prstGeom prst="rect">
            <a:avLst/>
          </a:prstGeom>
        </p:spPr>
        <p:txBody>
          <a:bodyPr lIns="0" tIns="0" rIns="0" bIns="0" rtlCol="0" anchor="t">
            <a:spAutoFit/>
          </a:bodyPr>
          <a:lstStyle/>
          <a:p>
            <a:pPr algn="ctr">
              <a:lnSpc>
                <a:spcPts val="9524"/>
              </a:lnSpc>
            </a:pPr>
            <a:r>
              <a:rPr lang="en-US" sz="6803" b="1">
                <a:solidFill>
                  <a:srgbClr val="6237CF"/>
                </a:solidFill>
                <a:latin typeface="Cy Grotesk Key Bold"/>
                <a:ea typeface="Cy Grotesk Key Bold"/>
                <a:cs typeface="Cy Grotesk Key Bold"/>
                <a:sym typeface="Cy Grotesk Key Bold"/>
              </a:rPr>
              <a:t>Results</a:t>
            </a:r>
          </a:p>
        </p:txBody>
      </p:sp>
      <p:sp>
        <p:nvSpPr>
          <p:cNvPr id="12" name="TextBox 12"/>
          <p:cNvSpPr txBox="1"/>
          <p:nvPr/>
        </p:nvSpPr>
        <p:spPr>
          <a:xfrm>
            <a:off x="2060239" y="8446580"/>
            <a:ext cx="3847899" cy="456780"/>
          </a:xfrm>
          <a:prstGeom prst="rect">
            <a:avLst/>
          </a:prstGeom>
        </p:spPr>
        <p:txBody>
          <a:bodyPr lIns="0" tIns="0" rIns="0" bIns="0" rtlCol="0" anchor="t">
            <a:spAutoFit/>
          </a:bodyPr>
          <a:lstStyle/>
          <a:p>
            <a:pPr algn="ctr">
              <a:lnSpc>
                <a:spcPts val="3702"/>
              </a:lnSpc>
            </a:pPr>
            <a:r>
              <a:rPr lang="en-US" sz="2644" b="1">
                <a:solidFill>
                  <a:srgbClr val="FFFFFF"/>
                </a:solidFill>
                <a:latin typeface="TT Hoves Bold"/>
                <a:ea typeface="TT Hoves Bold"/>
                <a:cs typeface="TT Hoves Bold"/>
                <a:sym typeface="TT Hoves Bold"/>
              </a:rPr>
              <a:t>Brand Awareness</a:t>
            </a:r>
          </a:p>
        </p:txBody>
      </p:sp>
      <p:sp>
        <p:nvSpPr>
          <p:cNvPr id="13" name="TextBox 13"/>
          <p:cNvSpPr txBox="1"/>
          <p:nvPr/>
        </p:nvSpPr>
        <p:spPr>
          <a:xfrm>
            <a:off x="13601241" y="8446667"/>
            <a:ext cx="2370088" cy="456694"/>
          </a:xfrm>
          <a:prstGeom prst="rect">
            <a:avLst/>
          </a:prstGeom>
        </p:spPr>
        <p:txBody>
          <a:bodyPr lIns="0" tIns="0" rIns="0" bIns="0" rtlCol="0" anchor="t">
            <a:spAutoFit/>
          </a:bodyPr>
          <a:lstStyle/>
          <a:p>
            <a:pPr marL="0" lvl="0" indent="0" algn="ctr">
              <a:lnSpc>
                <a:spcPts val="3702"/>
              </a:lnSpc>
              <a:spcBef>
                <a:spcPct val="0"/>
              </a:spcBef>
            </a:pPr>
            <a:r>
              <a:rPr lang="en-US" sz="2644" b="1" u="none" strike="noStrike">
                <a:solidFill>
                  <a:srgbClr val="FFFFFF"/>
                </a:solidFill>
                <a:latin typeface="TT Hoves Bold"/>
                <a:ea typeface="TT Hoves Bold"/>
                <a:cs typeface="TT Hoves Bold"/>
                <a:sym typeface="TT Hoves Bold"/>
              </a:rPr>
              <a:t>Sales</a:t>
            </a:r>
          </a:p>
        </p:txBody>
      </p:sp>
      <p:sp>
        <p:nvSpPr>
          <p:cNvPr id="14" name="TextBox 14"/>
          <p:cNvSpPr txBox="1"/>
          <p:nvPr/>
        </p:nvSpPr>
        <p:spPr>
          <a:xfrm>
            <a:off x="6455131" y="8440383"/>
            <a:ext cx="5377738" cy="456694"/>
          </a:xfrm>
          <a:prstGeom prst="rect">
            <a:avLst/>
          </a:prstGeom>
        </p:spPr>
        <p:txBody>
          <a:bodyPr lIns="0" tIns="0" rIns="0" bIns="0" rtlCol="0" anchor="t">
            <a:spAutoFit/>
          </a:bodyPr>
          <a:lstStyle/>
          <a:p>
            <a:pPr marL="0" lvl="0" indent="0" algn="ctr">
              <a:lnSpc>
                <a:spcPts val="3702"/>
              </a:lnSpc>
              <a:spcBef>
                <a:spcPct val="0"/>
              </a:spcBef>
            </a:pPr>
            <a:r>
              <a:rPr lang="en-US" sz="2644" b="1" u="none" strike="noStrike">
                <a:solidFill>
                  <a:srgbClr val="FFFFFF"/>
                </a:solidFill>
                <a:latin typeface="TT Hoves Bold"/>
                <a:ea typeface="TT Hoves Bold"/>
                <a:cs typeface="TT Hoves Bold"/>
                <a:sym typeface="TT Hoves Bold"/>
              </a:rPr>
              <a:t>Social Media Followers</a:t>
            </a:r>
          </a:p>
        </p:txBody>
      </p:sp>
      <p:sp>
        <p:nvSpPr>
          <p:cNvPr id="15" name="Freeform 15"/>
          <p:cNvSpPr/>
          <p:nvPr/>
        </p:nvSpPr>
        <p:spPr>
          <a:xfrm rot="-345036">
            <a:off x="-1111603" y="6445070"/>
            <a:ext cx="2873557" cy="2676000"/>
          </a:xfrm>
          <a:custGeom>
            <a:avLst/>
            <a:gdLst/>
            <a:ahLst/>
            <a:cxnLst/>
            <a:rect l="l" t="t" r="r" b="b"/>
            <a:pathLst>
              <a:path w="2873557" h="2676000">
                <a:moveTo>
                  <a:pt x="0" y="0"/>
                </a:moveTo>
                <a:lnTo>
                  <a:pt x="2873557" y="0"/>
                </a:lnTo>
                <a:lnTo>
                  <a:pt x="2873557" y="2676000"/>
                </a:lnTo>
                <a:lnTo>
                  <a:pt x="0" y="2676000"/>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6237CF"/>
        </a:solidFill>
        <a:effectLst/>
      </p:bgPr>
    </p:bg>
    <p:spTree>
      <p:nvGrpSpPr>
        <p:cNvPr id="1" name=""/>
        <p:cNvGrpSpPr/>
        <p:nvPr/>
      </p:nvGrpSpPr>
      <p:grpSpPr>
        <a:xfrm>
          <a:off x="0" y="0"/>
          <a:ext cx="0" cy="0"/>
          <a:chOff x="0" y="0"/>
          <a:chExt cx="0" cy="0"/>
        </a:xfrm>
      </p:grpSpPr>
      <p:sp>
        <p:nvSpPr>
          <p:cNvPr id="2" name="Freeform 2"/>
          <p:cNvSpPr/>
          <p:nvPr/>
        </p:nvSpPr>
        <p:spPr>
          <a:xfrm rot="-99393">
            <a:off x="12778890" y="1576027"/>
            <a:ext cx="4416116" cy="4511995"/>
          </a:xfrm>
          <a:custGeom>
            <a:avLst/>
            <a:gdLst/>
            <a:ahLst/>
            <a:cxnLst/>
            <a:rect l="l" t="t" r="r" b="b"/>
            <a:pathLst>
              <a:path w="4416116" h="4511995">
                <a:moveTo>
                  <a:pt x="0" y="0"/>
                </a:moveTo>
                <a:lnTo>
                  <a:pt x="4416116" y="0"/>
                </a:lnTo>
                <a:lnTo>
                  <a:pt x="4416116" y="4511995"/>
                </a:lnTo>
                <a:lnTo>
                  <a:pt x="0" y="451199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240586">
            <a:off x="5835181" y="1751536"/>
            <a:ext cx="5870432" cy="3588302"/>
          </a:xfrm>
          <a:custGeom>
            <a:avLst/>
            <a:gdLst/>
            <a:ahLst/>
            <a:cxnLst/>
            <a:rect l="l" t="t" r="r" b="b"/>
            <a:pathLst>
              <a:path w="5870432" h="3588302">
                <a:moveTo>
                  <a:pt x="0" y="0"/>
                </a:moveTo>
                <a:lnTo>
                  <a:pt x="5870432" y="0"/>
                </a:lnTo>
                <a:lnTo>
                  <a:pt x="5870432" y="3588302"/>
                </a:lnTo>
                <a:lnTo>
                  <a:pt x="0" y="358830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rot="-319276">
            <a:off x="1627019" y="1639562"/>
            <a:ext cx="2901809" cy="3774711"/>
          </a:xfrm>
          <a:custGeom>
            <a:avLst/>
            <a:gdLst/>
            <a:ahLst/>
            <a:cxnLst/>
            <a:rect l="l" t="t" r="r" b="b"/>
            <a:pathLst>
              <a:path w="2901809" h="3774711">
                <a:moveTo>
                  <a:pt x="0" y="0"/>
                </a:moveTo>
                <a:lnTo>
                  <a:pt x="2901809" y="0"/>
                </a:lnTo>
                <a:lnTo>
                  <a:pt x="2901809" y="3774710"/>
                </a:lnTo>
                <a:lnTo>
                  <a:pt x="0" y="377471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a:off x="10438036" y="7633385"/>
            <a:ext cx="361248" cy="361248"/>
          </a:xfrm>
          <a:custGeom>
            <a:avLst/>
            <a:gdLst/>
            <a:ahLst/>
            <a:cxnLst/>
            <a:rect l="l" t="t" r="r" b="b"/>
            <a:pathLst>
              <a:path w="361248" h="361248">
                <a:moveTo>
                  <a:pt x="0" y="0"/>
                </a:moveTo>
                <a:lnTo>
                  <a:pt x="361248" y="0"/>
                </a:lnTo>
                <a:lnTo>
                  <a:pt x="361248" y="361247"/>
                </a:lnTo>
                <a:lnTo>
                  <a:pt x="0" y="36124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Freeform 6"/>
          <p:cNvSpPr/>
          <p:nvPr/>
        </p:nvSpPr>
        <p:spPr>
          <a:xfrm>
            <a:off x="10385939" y="8226566"/>
            <a:ext cx="465441" cy="299575"/>
          </a:xfrm>
          <a:custGeom>
            <a:avLst/>
            <a:gdLst/>
            <a:ahLst/>
            <a:cxnLst/>
            <a:rect l="l" t="t" r="r" b="b"/>
            <a:pathLst>
              <a:path w="465441" h="299575">
                <a:moveTo>
                  <a:pt x="0" y="0"/>
                </a:moveTo>
                <a:lnTo>
                  <a:pt x="465442" y="0"/>
                </a:lnTo>
                <a:lnTo>
                  <a:pt x="465442" y="299575"/>
                </a:lnTo>
                <a:lnTo>
                  <a:pt x="0" y="299575"/>
                </a:lnTo>
                <a:lnTo>
                  <a:pt x="0" y="0"/>
                </a:lnTo>
                <a:close/>
              </a:path>
            </a:pathLst>
          </a:custGeom>
          <a:blipFill>
            <a:blip r:embed="rId10">
              <a:extLst>
                <a:ext uri="{96DAC541-7B7A-43D3-8B79-37D633B846F1}">
                  <asvg:svgBlip xmlns:asvg="http://schemas.microsoft.com/office/drawing/2016/SVG/main" r:embed="rId11"/>
                </a:ext>
              </a:extLst>
            </a:blip>
            <a:stretch>
              <a:fillRect/>
            </a:stretch>
          </a:blipFill>
          <a:ln cap="sq">
            <a:noFill/>
            <a:prstDash val="solid"/>
            <a:miter/>
          </a:ln>
        </p:spPr>
      </p:sp>
      <p:sp>
        <p:nvSpPr>
          <p:cNvPr id="7" name="Freeform 7"/>
          <p:cNvSpPr/>
          <p:nvPr/>
        </p:nvSpPr>
        <p:spPr>
          <a:xfrm>
            <a:off x="10438036" y="8663630"/>
            <a:ext cx="370161" cy="462701"/>
          </a:xfrm>
          <a:custGeom>
            <a:avLst/>
            <a:gdLst/>
            <a:ahLst/>
            <a:cxnLst/>
            <a:rect l="l" t="t" r="r" b="b"/>
            <a:pathLst>
              <a:path w="370161" h="462701">
                <a:moveTo>
                  <a:pt x="0" y="0"/>
                </a:moveTo>
                <a:lnTo>
                  <a:pt x="370161" y="0"/>
                </a:lnTo>
                <a:lnTo>
                  <a:pt x="370161" y="462701"/>
                </a:lnTo>
                <a:lnTo>
                  <a:pt x="0" y="462701"/>
                </a:lnTo>
                <a:lnTo>
                  <a:pt x="0" y="0"/>
                </a:lnTo>
                <a:close/>
              </a:path>
            </a:pathLst>
          </a:custGeom>
          <a:blipFill>
            <a:blip r:embed="rId12">
              <a:extLst>
                <a:ext uri="{96DAC541-7B7A-43D3-8B79-37D633B846F1}">
                  <asvg:svgBlip xmlns:asvg="http://schemas.microsoft.com/office/drawing/2016/SVG/main" r:embed="rId13"/>
                </a:ext>
              </a:extLst>
            </a:blip>
            <a:stretch>
              <a:fillRect/>
            </a:stretch>
          </a:blipFill>
          <a:ln cap="sq">
            <a:noFill/>
            <a:prstDash val="solid"/>
            <a:miter/>
          </a:ln>
        </p:spPr>
      </p:sp>
      <p:sp>
        <p:nvSpPr>
          <p:cNvPr id="8" name="TextBox 8"/>
          <p:cNvSpPr txBox="1"/>
          <p:nvPr/>
        </p:nvSpPr>
        <p:spPr>
          <a:xfrm>
            <a:off x="11085355" y="7435815"/>
            <a:ext cx="6470266" cy="1656942"/>
          </a:xfrm>
          <a:prstGeom prst="rect">
            <a:avLst/>
          </a:prstGeom>
        </p:spPr>
        <p:txBody>
          <a:bodyPr lIns="0" tIns="0" rIns="0" bIns="0" rtlCol="0" anchor="t">
            <a:spAutoFit/>
          </a:bodyPr>
          <a:lstStyle/>
          <a:p>
            <a:pPr algn="l">
              <a:lnSpc>
                <a:spcPts val="4430"/>
              </a:lnSpc>
            </a:pPr>
            <a:r>
              <a:rPr lang="en-US" sz="2877">
                <a:solidFill>
                  <a:srgbClr val="F9F5E7"/>
                </a:solidFill>
                <a:latin typeface="TT Hoves"/>
                <a:ea typeface="TT Hoves"/>
                <a:cs typeface="TT Hoves"/>
                <a:sym typeface="TT Hoves"/>
              </a:rPr>
              <a:t>+123-456-7890</a:t>
            </a:r>
          </a:p>
          <a:p>
            <a:pPr algn="l">
              <a:lnSpc>
                <a:spcPts val="4430"/>
              </a:lnSpc>
            </a:pPr>
            <a:r>
              <a:rPr lang="en-US" sz="2877">
                <a:solidFill>
                  <a:srgbClr val="F9F5E7"/>
                </a:solidFill>
                <a:latin typeface="TT Hoves"/>
                <a:ea typeface="TT Hoves"/>
                <a:cs typeface="TT Hoves"/>
                <a:sym typeface="TT Hoves"/>
              </a:rPr>
              <a:t>hello@reallygreatsite.com</a:t>
            </a:r>
          </a:p>
          <a:p>
            <a:pPr algn="l">
              <a:lnSpc>
                <a:spcPts val="4430"/>
              </a:lnSpc>
            </a:pPr>
            <a:r>
              <a:rPr lang="en-US" sz="2877">
                <a:solidFill>
                  <a:srgbClr val="F9F5E7"/>
                </a:solidFill>
                <a:latin typeface="TT Hoves"/>
                <a:ea typeface="TT Hoves"/>
                <a:cs typeface="TT Hoves"/>
                <a:sym typeface="TT Hoves"/>
              </a:rPr>
              <a:t>123 Anywhere St., Any City, ST 12345</a:t>
            </a:r>
          </a:p>
        </p:txBody>
      </p:sp>
      <p:sp>
        <p:nvSpPr>
          <p:cNvPr id="9" name="TextBox 9"/>
          <p:cNvSpPr txBox="1"/>
          <p:nvPr/>
        </p:nvSpPr>
        <p:spPr>
          <a:xfrm>
            <a:off x="1028700" y="6527673"/>
            <a:ext cx="7337818" cy="2730627"/>
          </a:xfrm>
          <a:prstGeom prst="rect">
            <a:avLst/>
          </a:prstGeom>
        </p:spPr>
        <p:txBody>
          <a:bodyPr lIns="0" tIns="0" rIns="0" bIns="0" rtlCol="0" anchor="t">
            <a:spAutoFit/>
          </a:bodyPr>
          <a:lstStyle/>
          <a:p>
            <a:pPr algn="l">
              <a:lnSpc>
                <a:spcPts val="10764"/>
              </a:lnSpc>
            </a:pPr>
            <a:r>
              <a:rPr lang="en-US" sz="9200" b="1">
                <a:solidFill>
                  <a:srgbClr val="F9F5E7"/>
                </a:solidFill>
                <a:latin typeface="Cy Grotesk Key Bold"/>
                <a:ea typeface="Cy Grotesk Key Bold"/>
                <a:cs typeface="Cy Grotesk Key Bold"/>
                <a:sym typeface="Cy Grotesk Key Bold"/>
              </a:rPr>
              <a:t>Fradel and Spies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TotalTime>
  <Words>403</Words>
  <Application>Microsoft Office PowerPoint</Application>
  <PresentationFormat>Произвольный</PresentationFormat>
  <Paragraphs>61</Paragraphs>
  <Slides>10</Slides>
  <Notes>0</Notes>
  <HiddenSlides>0</HiddenSlides>
  <MMClips>0</MMClips>
  <ScaleCrop>false</ScaleCrop>
  <HeadingPairs>
    <vt:vector size="6" baseType="variant">
      <vt:variant>
        <vt:lpstr>Использованные шрифты</vt:lpstr>
      </vt:variant>
      <vt:variant>
        <vt:i4>7</vt:i4>
      </vt:variant>
      <vt:variant>
        <vt:lpstr>Тема</vt:lpstr>
      </vt:variant>
      <vt:variant>
        <vt:i4>1</vt:i4>
      </vt:variant>
      <vt:variant>
        <vt:lpstr>Заголовки слайдов</vt:lpstr>
      </vt:variant>
      <vt:variant>
        <vt:i4>10</vt:i4>
      </vt:variant>
    </vt:vector>
  </HeadingPairs>
  <TitlesOfParts>
    <vt:vector size="18" baseType="lpstr">
      <vt:lpstr>Calibri</vt:lpstr>
      <vt:lpstr>TT Hoves</vt:lpstr>
      <vt:lpstr>Cy Grotesk Key Bold</vt:lpstr>
      <vt:lpstr>Canva Sans Italics</vt:lpstr>
      <vt:lpstr>Canva Sans Bold</vt:lpstr>
      <vt:lpstr>Arial</vt:lpstr>
      <vt:lpstr>TT Hoves Bold</vt:lpstr>
      <vt:lpstr>Office Theme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Cream Colorful Illustration Social Media Optimization Presentation</dc:title>
  <cp:lastModifiedBy>kitty swirth</cp:lastModifiedBy>
  <cp:revision>4</cp:revision>
  <dcterms:created xsi:type="dcterms:W3CDTF">2006-08-16T00:00:00Z</dcterms:created>
  <dcterms:modified xsi:type="dcterms:W3CDTF">2024-11-06T15:58:45Z</dcterms:modified>
  <dc:identifier>DAGTWffkXow</dc:identifier>
</cp:coreProperties>
</file>