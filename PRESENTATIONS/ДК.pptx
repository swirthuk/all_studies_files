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ty swirth" initials="ks" lastIdx="1" clrIdx="0">
    <p:extLst>
      <p:ext uri="{19B8F6BF-5375-455C-9EA6-DF929625EA0E}">
        <p15:presenceInfo xmlns:p15="http://schemas.microsoft.com/office/powerpoint/2012/main" userId="919515adea8bd74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swirth" userId="919515adea8bd749" providerId="LiveId" clId="{066C9851-A5F6-44EF-B460-C06DB1600204}"/>
    <pc:docChg chg="undo custSel addSld modSld sldOrd modMainMaster">
      <pc:chgData name="kitty swirth" userId="919515adea8bd749" providerId="LiveId" clId="{066C9851-A5F6-44EF-B460-C06DB1600204}" dt="2024-09-26T12:58:38.771" v="847"/>
      <pc:docMkLst>
        <pc:docMk/>
      </pc:docMkLst>
      <pc:sldChg chg="addSp delSp modSp new mod setBg addCm delCm modCm chgLayout">
        <pc:chgData name="kitty swirth" userId="919515adea8bd749" providerId="LiveId" clId="{066C9851-A5F6-44EF-B460-C06DB1600204}" dt="2024-09-26T12:58:17.608" v="482"/>
        <pc:sldMkLst>
          <pc:docMk/>
          <pc:sldMk cId="2735146807" sldId="256"/>
        </pc:sldMkLst>
        <pc:spChg chg="del">
          <ac:chgData name="kitty swirth" userId="919515adea8bd749" providerId="LiveId" clId="{066C9851-A5F6-44EF-B460-C06DB1600204}" dt="2024-09-25T12:03:33.253" v="1" actId="478"/>
          <ac:spMkLst>
            <pc:docMk/>
            <pc:sldMk cId="2735146807" sldId="256"/>
            <ac:spMk id="2" creationId="{6976A3E1-854E-469A-968C-6EF4A353393D}"/>
          </ac:spMkLst>
        </pc:spChg>
        <pc:spChg chg="add del mod ord">
          <ac:chgData name="kitty swirth" userId="919515adea8bd749" providerId="LiveId" clId="{066C9851-A5F6-44EF-B460-C06DB1600204}" dt="2024-09-26T12:57:51.083" v="274" actId="700"/>
          <ac:spMkLst>
            <pc:docMk/>
            <pc:sldMk cId="2735146807" sldId="256"/>
            <ac:spMk id="2" creationId="{7300B198-A479-4A20-91AF-CB176C92109E}"/>
          </ac:spMkLst>
        </pc:spChg>
        <pc:spChg chg="del">
          <ac:chgData name="kitty swirth" userId="919515adea8bd749" providerId="LiveId" clId="{066C9851-A5F6-44EF-B460-C06DB1600204}" dt="2024-09-25T12:03:35.352" v="2" actId="478"/>
          <ac:spMkLst>
            <pc:docMk/>
            <pc:sldMk cId="2735146807" sldId="256"/>
            <ac:spMk id="3" creationId="{BF1E74DC-4041-4D70-B950-51A300D74B19}"/>
          </ac:spMkLst>
        </pc:spChg>
        <pc:spChg chg="add del mod ord">
          <ac:chgData name="kitty swirth" userId="919515adea8bd749" providerId="LiveId" clId="{066C9851-A5F6-44EF-B460-C06DB1600204}" dt="2024-09-26T12:57:51.083" v="274" actId="700"/>
          <ac:spMkLst>
            <pc:docMk/>
            <pc:sldMk cId="2735146807" sldId="256"/>
            <ac:spMk id="3" creationId="{C2D6B26D-1540-4B3F-B26D-4CEF32C96EB0}"/>
          </ac:spMkLst>
        </pc:spChg>
        <pc:spChg chg="add mod">
          <ac:chgData name="kitty swirth" userId="919515adea8bd749" providerId="LiveId" clId="{066C9851-A5F6-44EF-B460-C06DB1600204}" dt="2024-09-25T12:07:41.856" v="85" actId="1076"/>
          <ac:spMkLst>
            <pc:docMk/>
            <pc:sldMk cId="2735146807" sldId="256"/>
            <ac:spMk id="4" creationId="{45BF8088-3449-4310-BD25-8447439B4240}"/>
          </ac:spMkLst>
        </pc:spChg>
        <pc:spChg chg="add mod">
          <ac:chgData name="kitty swirth" userId="919515adea8bd749" providerId="LiveId" clId="{066C9851-A5F6-44EF-B460-C06DB1600204}" dt="2024-09-25T12:07:33.477" v="84" actId="1076"/>
          <ac:spMkLst>
            <pc:docMk/>
            <pc:sldMk cId="2735146807" sldId="256"/>
            <ac:spMk id="5" creationId="{5DD23B1E-9F0C-40A6-AE65-4C933A30DD56}"/>
          </ac:spMkLst>
        </pc:spChg>
        <pc:picChg chg="add mod">
          <ac:chgData name="kitty swirth" userId="919515adea8bd749" providerId="LiveId" clId="{066C9851-A5F6-44EF-B460-C06DB1600204}" dt="2024-09-25T12:08:16.498" v="89" actId="1076"/>
          <ac:picMkLst>
            <pc:docMk/>
            <pc:sldMk cId="2735146807" sldId="256"/>
            <ac:picMk id="1026" creationId="{B46978D3-7D89-4777-80D1-971D82269A0F}"/>
          </ac:picMkLst>
        </pc:picChg>
      </pc:sldChg>
      <pc:sldChg chg="addSp delSp modSp new mod">
        <pc:chgData name="kitty swirth" userId="919515adea8bd749" providerId="LiveId" clId="{066C9851-A5F6-44EF-B460-C06DB1600204}" dt="2024-09-25T12:26:36.399" v="253" actId="1076"/>
        <pc:sldMkLst>
          <pc:docMk/>
          <pc:sldMk cId="2681108703" sldId="257"/>
        </pc:sldMkLst>
        <pc:spChg chg="del">
          <ac:chgData name="kitty swirth" userId="919515adea8bd749" providerId="LiveId" clId="{066C9851-A5F6-44EF-B460-C06DB1600204}" dt="2024-09-25T12:08:32.794" v="92" actId="478"/>
          <ac:spMkLst>
            <pc:docMk/>
            <pc:sldMk cId="2681108703" sldId="257"/>
            <ac:spMk id="2" creationId="{60E59E10-5276-492C-AD54-C8290CD8D0D3}"/>
          </ac:spMkLst>
        </pc:spChg>
        <pc:spChg chg="del">
          <ac:chgData name="kitty swirth" userId="919515adea8bd749" providerId="LiveId" clId="{066C9851-A5F6-44EF-B460-C06DB1600204}" dt="2024-09-25T12:08:32.239" v="91" actId="478"/>
          <ac:spMkLst>
            <pc:docMk/>
            <pc:sldMk cId="2681108703" sldId="257"/>
            <ac:spMk id="3" creationId="{C0CE3669-44C2-4B35-8D64-6B4DF8C27C7B}"/>
          </ac:spMkLst>
        </pc:spChg>
        <pc:spChg chg="add mod">
          <ac:chgData name="kitty swirth" userId="919515adea8bd749" providerId="LiveId" clId="{066C9851-A5F6-44EF-B460-C06DB1600204}" dt="2024-09-25T12:26:36.399" v="253" actId="1076"/>
          <ac:spMkLst>
            <pc:docMk/>
            <pc:sldMk cId="2681108703" sldId="257"/>
            <ac:spMk id="4" creationId="{EEB1DA9E-5709-44B1-8F9F-1164264DFA61}"/>
          </ac:spMkLst>
        </pc:spChg>
        <pc:spChg chg="add mod">
          <ac:chgData name="kitty swirth" userId="919515adea8bd749" providerId="LiveId" clId="{066C9851-A5F6-44EF-B460-C06DB1600204}" dt="2024-09-25T12:22:00.831" v="241" actId="20577"/>
          <ac:spMkLst>
            <pc:docMk/>
            <pc:sldMk cId="2681108703" sldId="257"/>
            <ac:spMk id="5" creationId="{178C7AEB-8783-4F8F-A51C-8C93896A6EA0}"/>
          </ac:spMkLst>
        </pc:spChg>
        <pc:spChg chg="add del mod">
          <ac:chgData name="kitty swirth" userId="919515adea8bd749" providerId="LiveId" clId="{066C9851-A5F6-44EF-B460-C06DB1600204}" dt="2024-09-25T12:18:43.958" v="191" actId="478"/>
          <ac:spMkLst>
            <pc:docMk/>
            <pc:sldMk cId="2681108703" sldId="257"/>
            <ac:spMk id="6" creationId="{22C9CBB4-7815-4D88-8988-0AD3B3A4B45E}"/>
          </ac:spMkLst>
        </pc:spChg>
        <pc:picChg chg="add mod">
          <ac:chgData name="kitty swirth" userId="919515adea8bd749" providerId="LiveId" clId="{066C9851-A5F6-44EF-B460-C06DB1600204}" dt="2024-09-25T12:18:52.101" v="193" actId="1076"/>
          <ac:picMkLst>
            <pc:docMk/>
            <pc:sldMk cId="2681108703" sldId="257"/>
            <ac:picMk id="2050" creationId="{6040767E-9439-4C59-B9B4-BF287C5EFE23}"/>
          </ac:picMkLst>
        </pc:picChg>
      </pc:sldChg>
      <pc:sldChg chg="addSp delSp modSp new mod">
        <pc:chgData name="kitty swirth" userId="919515adea8bd749" providerId="LiveId" clId="{066C9851-A5F6-44EF-B460-C06DB1600204}" dt="2024-09-26T12:36:05.631" v="258" actId="1076"/>
        <pc:sldMkLst>
          <pc:docMk/>
          <pc:sldMk cId="3459035995" sldId="258"/>
        </pc:sldMkLst>
        <pc:spChg chg="mod">
          <ac:chgData name="kitty swirth" userId="919515adea8bd749" providerId="LiveId" clId="{066C9851-A5F6-44EF-B460-C06DB1600204}" dt="2024-09-26T12:36:05.631" v="258" actId="1076"/>
          <ac:spMkLst>
            <pc:docMk/>
            <pc:sldMk cId="3459035995" sldId="258"/>
            <ac:spMk id="2" creationId="{9CB2A70C-593A-441F-938B-D489627FC58E}"/>
          </ac:spMkLst>
        </pc:spChg>
        <pc:spChg chg="del">
          <ac:chgData name="kitty swirth" userId="919515adea8bd749" providerId="LiveId" clId="{066C9851-A5F6-44EF-B460-C06DB1600204}" dt="2024-09-25T12:11:52.760" v="132" actId="478"/>
          <ac:spMkLst>
            <pc:docMk/>
            <pc:sldMk cId="3459035995" sldId="258"/>
            <ac:spMk id="3" creationId="{66888831-8318-4803-963F-184BAF232CA5}"/>
          </ac:spMkLst>
        </pc:spChg>
        <pc:spChg chg="add mod">
          <ac:chgData name="kitty swirth" userId="919515adea8bd749" providerId="LiveId" clId="{066C9851-A5F6-44EF-B460-C06DB1600204}" dt="2024-09-26T12:35:56.847" v="255" actId="1076"/>
          <ac:spMkLst>
            <pc:docMk/>
            <pc:sldMk cId="3459035995" sldId="258"/>
            <ac:spMk id="6" creationId="{F014BE24-F0C9-4DEA-8194-8C87A197A3CA}"/>
          </ac:spMkLst>
        </pc:spChg>
        <pc:spChg chg="add mod">
          <ac:chgData name="kitty swirth" userId="919515adea8bd749" providerId="LiveId" clId="{066C9851-A5F6-44EF-B460-C06DB1600204}" dt="2024-09-26T12:36:02.595" v="257" actId="1076"/>
          <ac:spMkLst>
            <pc:docMk/>
            <pc:sldMk cId="3459035995" sldId="258"/>
            <ac:spMk id="7" creationId="{06C49949-D153-4F43-8A5A-16B59098A69C}"/>
          </ac:spMkLst>
        </pc:spChg>
        <pc:cxnChg chg="add del">
          <ac:chgData name="kitty swirth" userId="919515adea8bd749" providerId="LiveId" clId="{066C9851-A5F6-44EF-B460-C06DB1600204}" dt="2024-09-25T12:12:22.924" v="137" actId="11529"/>
          <ac:cxnSpMkLst>
            <pc:docMk/>
            <pc:sldMk cId="3459035995" sldId="258"/>
            <ac:cxnSpMk id="5" creationId="{21D903E4-191D-49D5-9401-27E566CB4435}"/>
          </ac:cxnSpMkLst>
        </pc:cxnChg>
      </pc:sldChg>
      <pc:sldChg chg="addSp delSp modSp new mod setBg">
        <pc:chgData name="kitty swirth" userId="919515adea8bd749" providerId="LiveId" clId="{066C9851-A5F6-44EF-B460-C06DB1600204}" dt="2024-09-26T12:58:38.771" v="847"/>
        <pc:sldMkLst>
          <pc:docMk/>
          <pc:sldMk cId="980892809" sldId="259"/>
        </pc:sldMkLst>
        <pc:spChg chg="mod">
          <ac:chgData name="kitty swirth" userId="919515adea8bd749" providerId="LiveId" clId="{066C9851-A5F6-44EF-B460-C06DB1600204}" dt="2024-09-26T12:36:23.572" v="260" actId="1076"/>
          <ac:spMkLst>
            <pc:docMk/>
            <pc:sldMk cId="980892809" sldId="259"/>
            <ac:spMk id="2" creationId="{F98DEACE-2358-446F-AAE7-2C4A250E3E35}"/>
          </ac:spMkLst>
        </pc:spChg>
        <pc:spChg chg="del">
          <ac:chgData name="kitty swirth" userId="919515adea8bd749" providerId="LiveId" clId="{066C9851-A5F6-44EF-B460-C06DB1600204}" dt="2024-09-25T12:14:01.981" v="156" actId="478"/>
          <ac:spMkLst>
            <pc:docMk/>
            <pc:sldMk cId="980892809" sldId="259"/>
            <ac:spMk id="3" creationId="{4F1B2EE1-A280-4027-BA73-4FF70314EF47}"/>
          </ac:spMkLst>
        </pc:spChg>
        <pc:spChg chg="add mod">
          <ac:chgData name="kitty swirth" userId="919515adea8bd749" providerId="LiveId" clId="{066C9851-A5F6-44EF-B460-C06DB1600204}" dt="2024-09-25T12:21:50.647" v="233" actId="20577"/>
          <ac:spMkLst>
            <pc:docMk/>
            <pc:sldMk cId="980892809" sldId="259"/>
            <ac:spMk id="4" creationId="{03D622C1-D49C-4C6B-85C3-A3441226D2A2}"/>
          </ac:spMkLst>
        </pc:spChg>
        <pc:spChg chg="add mod">
          <ac:chgData name="kitty swirth" userId="919515adea8bd749" providerId="LiveId" clId="{066C9851-A5F6-44EF-B460-C06DB1600204}" dt="2024-09-25T12:16:05.109" v="172" actId="114"/>
          <ac:spMkLst>
            <pc:docMk/>
            <pc:sldMk cId="980892809" sldId="259"/>
            <ac:spMk id="5" creationId="{A296FA6F-E070-4E74-8AF8-5426188452FD}"/>
          </ac:spMkLst>
        </pc:spChg>
        <pc:spChg chg="add mod">
          <ac:chgData name="kitty swirth" userId="919515adea8bd749" providerId="LiveId" clId="{066C9851-A5F6-44EF-B460-C06DB1600204}" dt="2024-09-25T12:21:52.152" v="234" actId="20577"/>
          <ac:spMkLst>
            <pc:docMk/>
            <pc:sldMk cId="980892809" sldId="259"/>
            <ac:spMk id="6" creationId="{C34445C9-6F05-45C3-BF9D-E8656BB79D14}"/>
          </ac:spMkLst>
        </pc:spChg>
        <pc:picChg chg="add mod">
          <ac:chgData name="kitty swirth" userId="919515adea8bd749" providerId="LiveId" clId="{066C9851-A5F6-44EF-B460-C06DB1600204}" dt="2024-09-26T12:55:56.754" v="262" actId="1076"/>
          <ac:picMkLst>
            <pc:docMk/>
            <pc:sldMk cId="980892809" sldId="259"/>
            <ac:picMk id="7" creationId="{DCEFA91D-3426-4C9C-90F9-63BB5B1500C9}"/>
          </ac:picMkLst>
        </pc:picChg>
        <pc:picChg chg="add mod">
          <ac:chgData name="kitty swirth" userId="919515adea8bd749" providerId="LiveId" clId="{066C9851-A5F6-44EF-B460-C06DB1600204}" dt="2024-09-26T12:56:14.970" v="264" actId="1076"/>
          <ac:picMkLst>
            <pc:docMk/>
            <pc:sldMk cId="980892809" sldId="259"/>
            <ac:picMk id="9" creationId="{F944B635-CE82-4FFE-8212-4FF6BA3CE188}"/>
          </ac:picMkLst>
        </pc:picChg>
      </pc:sldChg>
      <pc:sldChg chg="addSp modSp add mod">
        <pc:chgData name="kitty swirth" userId="919515adea8bd749" providerId="LiveId" clId="{066C9851-A5F6-44EF-B460-C06DB1600204}" dt="2024-09-26T12:56:43.395" v="268" actId="1076"/>
        <pc:sldMkLst>
          <pc:docMk/>
          <pc:sldMk cId="2008582609" sldId="260"/>
        </pc:sldMkLst>
        <pc:spChg chg="mod">
          <ac:chgData name="kitty swirth" userId="919515adea8bd749" providerId="LiveId" clId="{066C9851-A5F6-44EF-B460-C06DB1600204}" dt="2024-09-25T12:16:21.197" v="176" actId="114"/>
          <ac:spMkLst>
            <pc:docMk/>
            <pc:sldMk cId="2008582609" sldId="260"/>
            <ac:spMk id="2" creationId="{F98DEACE-2358-446F-AAE7-2C4A250E3E35}"/>
          </ac:spMkLst>
        </pc:spChg>
        <pc:spChg chg="mod">
          <ac:chgData name="kitty swirth" userId="919515adea8bd749" providerId="LiveId" clId="{066C9851-A5F6-44EF-B460-C06DB1600204}" dt="2024-09-25T12:21:47.811" v="231" actId="20577"/>
          <ac:spMkLst>
            <pc:docMk/>
            <pc:sldMk cId="2008582609" sldId="260"/>
            <ac:spMk id="4" creationId="{03D622C1-D49C-4C6B-85C3-A3441226D2A2}"/>
          </ac:spMkLst>
        </pc:spChg>
        <pc:spChg chg="mod">
          <ac:chgData name="kitty swirth" userId="919515adea8bd749" providerId="LiveId" clId="{066C9851-A5F6-44EF-B460-C06DB1600204}" dt="2024-09-25T12:17:20.177" v="189" actId="114"/>
          <ac:spMkLst>
            <pc:docMk/>
            <pc:sldMk cId="2008582609" sldId="260"/>
            <ac:spMk id="5" creationId="{A296FA6F-E070-4E74-8AF8-5426188452FD}"/>
          </ac:spMkLst>
        </pc:spChg>
        <pc:spChg chg="mod">
          <ac:chgData name="kitty swirth" userId="919515adea8bd749" providerId="LiveId" clId="{066C9851-A5F6-44EF-B460-C06DB1600204}" dt="2024-09-25T12:21:48.844" v="232" actId="20577"/>
          <ac:spMkLst>
            <pc:docMk/>
            <pc:sldMk cId="2008582609" sldId="260"/>
            <ac:spMk id="6" creationId="{C34445C9-6F05-45C3-BF9D-E8656BB79D14}"/>
          </ac:spMkLst>
        </pc:spChg>
        <pc:picChg chg="add mod">
          <ac:chgData name="kitty swirth" userId="919515adea8bd749" providerId="LiveId" clId="{066C9851-A5F6-44EF-B460-C06DB1600204}" dt="2024-09-26T12:56:32.197" v="266" actId="1076"/>
          <ac:picMkLst>
            <pc:docMk/>
            <pc:sldMk cId="2008582609" sldId="260"/>
            <ac:picMk id="7" creationId="{A3DFFFAA-4FED-450F-AC4B-029EEA7CBEB4}"/>
          </ac:picMkLst>
        </pc:picChg>
        <pc:picChg chg="add mod">
          <ac:chgData name="kitty swirth" userId="919515adea8bd749" providerId="LiveId" clId="{066C9851-A5F6-44EF-B460-C06DB1600204}" dt="2024-09-26T12:56:43.395" v="268" actId="1076"/>
          <ac:picMkLst>
            <pc:docMk/>
            <pc:sldMk cId="2008582609" sldId="260"/>
            <ac:picMk id="9" creationId="{ED4D066D-79CD-4438-8A09-E0AB2C7C00DD}"/>
          </ac:picMkLst>
        </pc:picChg>
      </pc:sldChg>
      <pc:sldChg chg="addSp modSp add mod ord">
        <pc:chgData name="kitty swirth" userId="919515adea8bd749" providerId="LiveId" clId="{066C9851-A5F6-44EF-B460-C06DB1600204}" dt="2024-09-26T12:57:41.020" v="272" actId="1076"/>
        <pc:sldMkLst>
          <pc:docMk/>
          <pc:sldMk cId="831894868" sldId="261"/>
        </pc:sldMkLst>
        <pc:spChg chg="mod">
          <ac:chgData name="kitty swirth" userId="919515adea8bd749" providerId="LiveId" clId="{066C9851-A5F6-44EF-B460-C06DB1600204}" dt="2024-09-25T12:19:30.959" v="199" actId="114"/>
          <ac:spMkLst>
            <pc:docMk/>
            <pc:sldMk cId="831894868" sldId="261"/>
            <ac:spMk id="2" creationId="{F98DEACE-2358-446F-AAE7-2C4A250E3E35}"/>
          </ac:spMkLst>
        </pc:spChg>
        <pc:spChg chg="mod">
          <ac:chgData name="kitty swirth" userId="919515adea8bd749" providerId="LiveId" clId="{066C9851-A5F6-44EF-B460-C06DB1600204}" dt="2024-09-25T12:21:44.136" v="230" actId="20577"/>
          <ac:spMkLst>
            <pc:docMk/>
            <pc:sldMk cId="831894868" sldId="261"/>
            <ac:spMk id="4" creationId="{03D622C1-D49C-4C6B-85C3-A3441226D2A2}"/>
          </ac:spMkLst>
        </pc:spChg>
        <pc:spChg chg="mod">
          <ac:chgData name="kitty swirth" userId="919515adea8bd749" providerId="LiveId" clId="{066C9851-A5F6-44EF-B460-C06DB1600204}" dt="2024-09-25T12:20:21.696" v="214" actId="114"/>
          <ac:spMkLst>
            <pc:docMk/>
            <pc:sldMk cId="831894868" sldId="261"/>
            <ac:spMk id="5" creationId="{A296FA6F-E070-4E74-8AF8-5426188452FD}"/>
          </ac:spMkLst>
        </pc:spChg>
        <pc:spChg chg="mod">
          <ac:chgData name="kitty swirth" userId="919515adea8bd749" providerId="LiveId" clId="{066C9851-A5F6-44EF-B460-C06DB1600204}" dt="2024-09-25T12:21:42.699" v="229" actId="20577"/>
          <ac:spMkLst>
            <pc:docMk/>
            <pc:sldMk cId="831894868" sldId="261"/>
            <ac:spMk id="6" creationId="{C34445C9-6F05-45C3-BF9D-E8656BB79D14}"/>
          </ac:spMkLst>
        </pc:spChg>
        <pc:picChg chg="add mod">
          <ac:chgData name="kitty swirth" userId="919515adea8bd749" providerId="LiveId" clId="{066C9851-A5F6-44EF-B460-C06DB1600204}" dt="2024-09-26T12:57:08.916" v="270" actId="1076"/>
          <ac:picMkLst>
            <pc:docMk/>
            <pc:sldMk cId="831894868" sldId="261"/>
            <ac:picMk id="7" creationId="{393415C0-53ED-4FE1-841E-FFD60ACE55C7}"/>
          </ac:picMkLst>
        </pc:picChg>
        <pc:picChg chg="add mod">
          <ac:chgData name="kitty swirth" userId="919515adea8bd749" providerId="LiveId" clId="{066C9851-A5F6-44EF-B460-C06DB1600204}" dt="2024-09-26T12:57:41.020" v="272" actId="1076"/>
          <ac:picMkLst>
            <pc:docMk/>
            <pc:sldMk cId="831894868" sldId="261"/>
            <ac:picMk id="9" creationId="{F817158D-16D5-405D-BF92-60187757BE98}"/>
          </ac:picMkLst>
        </pc:picChg>
      </pc:sldChg>
      <pc:sldChg chg="modSp new mod">
        <pc:chgData name="kitty swirth" userId="919515adea8bd749" providerId="LiveId" clId="{066C9851-A5F6-44EF-B460-C06DB1600204}" dt="2024-09-25T12:21:37.292" v="228" actId="20577"/>
        <pc:sldMkLst>
          <pc:docMk/>
          <pc:sldMk cId="712740153" sldId="262"/>
        </pc:sldMkLst>
        <pc:spChg chg="mod">
          <ac:chgData name="kitty swirth" userId="919515adea8bd749" providerId="LiveId" clId="{066C9851-A5F6-44EF-B460-C06DB1600204}" dt="2024-09-25T12:21:18.255" v="221" actId="114"/>
          <ac:spMkLst>
            <pc:docMk/>
            <pc:sldMk cId="712740153" sldId="262"/>
            <ac:spMk id="2" creationId="{105FFA72-A567-40F8-BE17-701F5FA10081}"/>
          </ac:spMkLst>
        </pc:spChg>
        <pc:spChg chg="mod">
          <ac:chgData name="kitty swirth" userId="919515adea8bd749" providerId="LiveId" clId="{066C9851-A5F6-44EF-B460-C06DB1600204}" dt="2024-09-25T12:21:37.292" v="228" actId="20577"/>
          <ac:spMkLst>
            <pc:docMk/>
            <pc:sldMk cId="712740153" sldId="262"/>
            <ac:spMk id="3" creationId="{C76F997C-635C-4746-A4DF-DED76F4EBB81}"/>
          </ac:spMkLst>
        </pc:spChg>
      </pc:sldChg>
      <pc:sldChg chg="modSp new mod">
        <pc:chgData name="kitty swirth" userId="919515adea8bd749" providerId="LiveId" clId="{066C9851-A5F6-44EF-B460-C06DB1600204}" dt="2024-09-25T12:23:16.897" v="252" actId="14100"/>
        <pc:sldMkLst>
          <pc:docMk/>
          <pc:sldMk cId="4095298454" sldId="263"/>
        </pc:sldMkLst>
        <pc:spChg chg="mod">
          <ac:chgData name="kitty swirth" userId="919515adea8bd749" providerId="LiveId" clId="{066C9851-A5F6-44EF-B460-C06DB1600204}" dt="2024-09-25T12:22:57.945" v="245" actId="1076"/>
          <ac:spMkLst>
            <pc:docMk/>
            <pc:sldMk cId="4095298454" sldId="263"/>
            <ac:spMk id="2" creationId="{B335C356-40A3-4910-8C00-F1384EB52A69}"/>
          </ac:spMkLst>
        </pc:spChg>
        <pc:spChg chg="mod">
          <ac:chgData name="kitty swirth" userId="919515adea8bd749" providerId="LiveId" clId="{066C9851-A5F6-44EF-B460-C06DB1600204}" dt="2024-09-25T12:23:16.897" v="252" actId="14100"/>
          <ac:spMkLst>
            <pc:docMk/>
            <pc:sldMk cId="4095298454" sldId="263"/>
            <ac:spMk id="3" creationId="{18FF7958-B9C0-41F3-870E-1A2E473C04A8}"/>
          </ac:spMkLst>
        </pc:spChg>
      </pc:sldChg>
      <pc:sldMasterChg chg="setBg addSldLayout">
        <pc:chgData name="kitty swirth" userId="919515adea8bd749" providerId="LiveId" clId="{066C9851-A5F6-44EF-B460-C06DB1600204}" dt="2024-09-25T12:03:51.529" v="3"/>
        <pc:sldMasterMkLst>
          <pc:docMk/>
          <pc:sldMasterMk cId="2017503632" sldId="2147483648"/>
        </pc:sldMasterMkLst>
        <pc:sldLayoutChg chg="add">
          <pc:chgData name="kitty swirth" userId="919515adea8bd749" providerId="LiveId" clId="{066C9851-A5F6-44EF-B460-C06DB1600204}" dt="2024-09-25T12:03:30.491" v="0" actId="680"/>
          <pc:sldLayoutMkLst>
            <pc:docMk/>
            <pc:sldMasterMk cId="2017503632" sldId="2147483648"/>
            <pc:sldLayoutMk cId="390321751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B0C1C-F33A-49F2-9714-7A42C9E45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568414-3B45-4740-B5C0-94AE0EB76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0321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503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2C2C">
                <a:lumMod val="72000"/>
                <a:lumOff val="28000"/>
              </a:srgbClr>
            </a:gs>
            <a:gs pos="85550">
              <a:srgbClr val="0B0B0B"/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BF8088-3449-4310-BD25-8447439B4240}"/>
              </a:ext>
            </a:extLst>
          </p:cNvPr>
          <p:cNvSpPr txBox="1"/>
          <p:nvPr/>
        </p:nvSpPr>
        <p:spPr>
          <a:xfrm>
            <a:off x="1462087" y="2314575"/>
            <a:ext cx="9553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Теория эффективного общения Д. Карнеги.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23B1E-9F0C-40A6-AE65-4C933A30DD56}"/>
              </a:ext>
            </a:extLst>
          </p:cNvPr>
          <p:cNvSpPr txBox="1"/>
          <p:nvPr/>
        </p:nvSpPr>
        <p:spPr>
          <a:xfrm>
            <a:off x="8562975" y="5700385"/>
            <a:ext cx="3305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Танцерев А. А. 594-2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46978D3-7D89-4777-80D1-971D82269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03" y="6201520"/>
            <a:ext cx="4406072" cy="52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146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B1DA9E-5709-44B1-8F9F-1164264DFA61}"/>
              </a:ext>
            </a:extLst>
          </p:cNvPr>
          <p:cNvSpPr txBox="1"/>
          <p:nvPr/>
        </p:nvSpPr>
        <p:spPr>
          <a:xfrm>
            <a:off x="1114425" y="287179"/>
            <a:ext cx="2952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dirty="0"/>
              <a:t>Дейл Карнеги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C7AEB-8783-4F8F-A51C-8C93896A6EA0}"/>
              </a:ext>
            </a:extLst>
          </p:cNvPr>
          <p:cNvSpPr txBox="1"/>
          <p:nvPr/>
        </p:nvSpPr>
        <p:spPr>
          <a:xfrm>
            <a:off x="142875" y="933510"/>
            <a:ext cx="59531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Американский писатель и лектор, основатель школы успешного общения и мотивации. Его известная книга «Как завоевывать друзей и оказывать влияние на людей» стала бестселлером и оказала значительное влияние на культуру коммуникаций.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040767E-9439-4C59-B9B4-BF287C5EF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550" y="0"/>
            <a:ext cx="5632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10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2A70C-593A-441F-938B-D489627FC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579"/>
            <a:ext cx="9144000" cy="1655762"/>
          </a:xfrm>
        </p:spPr>
        <p:txBody>
          <a:bodyPr/>
          <a:lstStyle/>
          <a:p>
            <a:r>
              <a:rPr lang="ru-RU" dirty="0"/>
              <a:t>Основные принципы общения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4BE24-F0C9-4DEA-8194-8C87A197A3CA}"/>
              </a:ext>
            </a:extLst>
          </p:cNvPr>
          <p:cNvSpPr txBox="1"/>
          <p:nvPr/>
        </p:nvSpPr>
        <p:spPr>
          <a:xfrm>
            <a:off x="466725" y="2015294"/>
            <a:ext cx="11420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Карнеги верил, что успех в жизни напрямую связан с умением правильно взаимодействовать с людьми. Его теория основана на уважении, эмпатии и умении мотивировать других.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49949-D153-4F43-8A5A-16B59098A69C}"/>
              </a:ext>
            </a:extLst>
          </p:cNvPr>
          <p:cNvSpPr txBox="1"/>
          <p:nvPr/>
        </p:nvSpPr>
        <p:spPr>
          <a:xfrm>
            <a:off x="466725" y="3896861"/>
            <a:ext cx="110394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Цель Карнеги: научить людей лучше понимать других и находить общий язык.</a:t>
            </a:r>
          </a:p>
        </p:txBody>
      </p:sp>
    </p:spTree>
    <p:extLst>
      <p:ext uri="{BB962C8B-B14F-4D97-AF65-F5344CB8AC3E}">
        <p14:creationId xmlns:p14="http://schemas.microsoft.com/office/powerpoint/2010/main" val="345903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29000">
              <a:srgbClr val="333333"/>
            </a:gs>
            <a:gs pos="0">
              <a:schemeClr val="bg1">
                <a:tint val="93000"/>
                <a:satMod val="150000"/>
                <a:shade val="98000"/>
                <a:lumMod val="83000"/>
              </a:schemeClr>
            </a:gs>
            <a:gs pos="16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DEACE-2358-446F-AAE7-2C4A250E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725"/>
            <a:ext cx="12192000" cy="1655762"/>
          </a:xfrm>
        </p:spPr>
        <p:txBody>
          <a:bodyPr/>
          <a:lstStyle/>
          <a:p>
            <a:r>
              <a:rPr lang="ru-RU" b="1" i="1" dirty="0"/>
              <a:t>Первый принцип: Искренний интерес к другим людям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622C1-D49C-4C6B-85C3-A3441226D2A2}"/>
              </a:ext>
            </a:extLst>
          </p:cNvPr>
          <p:cNvSpPr txBox="1"/>
          <p:nvPr/>
        </p:nvSpPr>
        <p:spPr>
          <a:xfrm>
            <a:off x="685800" y="1655762"/>
            <a:ext cx="1082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Люди ценят внимание и заботу. Проявляйте интерес к их жизням и проблемам. Например, задавайте вопросы о хобби, семье или карьерных целях.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96FA6F-E070-4E74-8AF8-5426188452FD}"/>
              </a:ext>
            </a:extLst>
          </p:cNvPr>
          <p:cNvSpPr txBox="1">
            <a:spLocks/>
          </p:cNvSpPr>
          <p:nvPr/>
        </p:nvSpPr>
        <p:spPr>
          <a:xfrm>
            <a:off x="0" y="3311524"/>
            <a:ext cx="12192000" cy="908428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i="1" dirty="0"/>
              <a:t>Второй принцип: Улыбайтесь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445C9-6F05-45C3-BF9D-E8656BB79D14}"/>
              </a:ext>
            </a:extLst>
          </p:cNvPr>
          <p:cNvSpPr txBox="1"/>
          <p:nvPr/>
        </p:nvSpPr>
        <p:spPr>
          <a:xfrm>
            <a:off x="685800" y="4219952"/>
            <a:ext cx="1082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Улыбка создает позитивное впечатление и делает вас более открытым. Невербальная коммуникация иногда важнее слов. Улыбка помогает снять напряжение и разрядить обстановку.</a:t>
            </a:r>
          </a:p>
        </p:txBody>
      </p:sp>
      <p:pic>
        <p:nvPicPr>
          <p:cNvPr id="7" name="Рисунок 6" descr="Голова с шестеренками со сплошной заливкой">
            <a:extLst>
              <a:ext uri="{FF2B5EF4-FFF2-40B4-BE49-F238E27FC236}">
                <a16:creationId xmlns:a16="http://schemas.microsoft.com/office/drawing/2014/main" id="{DCEFA91D-3426-4C9C-90F9-63BB5B150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2050" y="792221"/>
            <a:ext cx="914400" cy="914400"/>
          </a:xfrm>
          <a:prstGeom prst="rect">
            <a:avLst/>
          </a:prstGeom>
        </p:spPr>
      </p:pic>
      <p:pic>
        <p:nvPicPr>
          <p:cNvPr id="9" name="Рисунок 8" descr="Усмехающееся лицо со сплошной заливкой со сплошной заливкой">
            <a:extLst>
              <a:ext uri="{FF2B5EF4-FFF2-40B4-BE49-F238E27FC236}">
                <a16:creationId xmlns:a16="http://schemas.microsoft.com/office/drawing/2014/main" id="{F944B635-CE82-4FFE-8212-4FF6BA3CE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33055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9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DEACE-2358-446F-AAE7-2C4A250E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192000" cy="1655762"/>
          </a:xfrm>
        </p:spPr>
        <p:txBody>
          <a:bodyPr/>
          <a:lstStyle/>
          <a:p>
            <a:r>
              <a:rPr lang="ru-RU" b="1" i="1" dirty="0"/>
              <a:t>Третий принцип: Помните имена людей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622C1-D49C-4C6B-85C3-A3441226D2A2}"/>
              </a:ext>
            </a:extLst>
          </p:cNvPr>
          <p:cNvSpPr txBox="1"/>
          <p:nvPr/>
        </p:nvSpPr>
        <p:spPr>
          <a:xfrm>
            <a:off x="685800" y="1366897"/>
            <a:ext cx="1082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Имя – это важная часть личности. Использование имен в разговоре демонстрирует уважение и внимание к собеседнику. Один из способов запомнить имя – ассоциировать его с каким-то образом или событием.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96FA6F-E070-4E74-8AF8-5426188452FD}"/>
              </a:ext>
            </a:extLst>
          </p:cNvPr>
          <p:cNvSpPr txBox="1">
            <a:spLocks/>
          </p:cNvSpPr>
          <p:nvPr/>
        </p:nvSpPr>
        <p:spPr>
          <a:xfrm>
            <a:off x="-66675" y="4019927"/>
            <a:ext cx="12192000" cy="908428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b="1" i="1" dirty="0"/>
              <a:t>Четвертый принцип: Будьте хорошим слушателем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445C9-6F05-45C3-BF9D-E8656BB79D14}"/>
              </a:ext>
            </a:extLst>
          </p:cNvPr>
          <p:cNvSpPr txBox="1"/>
          <p:nvPr/>
        </p:nvSpPr>
        <p:spPr>
          <a:xfrm>
            <a:off x="685800" y="4690229"/>
            <a:ext cx="1082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Искусство общения заключается не только в умении говорить, но и слушать. Активное слушание подразумевает фокусировку на собеседнике, повторение ключевых моментов, а также поддержание зрительного контакта.</a:t>
            </a:r>
          </a:p>
        </p:txBody>
      </p:sp>
      <p:pic>
        <p:nvPicPr>
          <p:cNvPr id="7" name="Рисунок 6" descr="Бейдж сотрудника со сплошной заливкой">
            <a:extLst>
              <a:ext uri="{FF2B5EF4-FFF2-40B4-BE49-F238E27FC236}">
                <a16:creationId xmlns:a16="http://schemas.microsoft.com/office/drawing/2014/main" id="{A3DFFFAA-4FED-450F-AC4B-029EEA7CB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5675" y="684212"/>
            <a:ext cx="914400" cy="914400"/>
          </a:xfrm>
          <a:prstGeom prst="rect">
            <a:avLst/>
          </a:prstGeom>
        </p:spPr>
      </p:pic>
      <p:pic>
        <p:nvPicPr>
          <p:cNvPr id="9" name="Рисунок 8" descr="Ухо со сплошной заливкой">
            <a:extLst>
              <a:ext uri="{FF2B5EF4-FFF2-40B4-BE49-F238E27FC236}">
                <a16:creationId xmlns:a16="http://schemas.microsoft.com/office/drawing/2014/main" id="{ED4D066D-79CD-4438-8A09-E0AB2C7C0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6225" y="40139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8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DEACE-2358-446F-AAE7-2C4A250E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192000" cy="1655762"/>
          </a:xfrm>
        </p:spPr>
        <p:txBody>
          <a:bodyPr/>
          <a:lstStyle/>
          <a:p>
            <a:r>
              <a:rPr lang="ru-RU" b="1" i="1" dirty="0"/>
              <a:t>Пятый принцип: Говорите о том, что важно для других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622C1-D49C-4C6B-85C3-A3441226D2A2}"/>
              </a:ext>
            </a:extLst>
          </p:cNvPr>
          <p:cNvSpPr txBox="1"/>
          <p:nvPr/>
        </p:nvSpPr>
        <p:spPr>
          <a:xfrm>
            <a:off x="685800" y="1452592"/>
            <a:ext cx="1082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i="1" dirty="0"/>
              <a:t>	Для эффективного общения важно находить точки соприкосновения с интересами собеседника. Понимание мотивов и целей других людей помогает строить более глубокие и продуктивные отношения.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96FA6F-E070-4E74-8AF8-5426188452FD}"/>
              </a:ext>
            </a:extLst>
          </p:cNvPr>
          <p:cNvSpPr txBox="1">
            <a:spLocks/>
          </p:cNvSpPr>
          <p:nvPr/>
        </p:nvSpPr>
        <p:spPr>
          <a:xfrm>
            <a:off x="0" y="4173159"/>
            <a:ext cx="12192000" cy="908428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i="1" dirty="0"/>
              <a:t>Шестой принцип: Создавайте ощущение важности у людей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445C9-6F05-45C3-BF9D-E8656BB79D14}"/>
              </a:ext>
            </a:extLst>
          </p:cNvPr>
          <p:cNvSpPr txBox="1"/>
          <p:nvPr/>
        </p:nvSpPr>
        <p:spPr>
          <a:xfrm>
            <a:off x="685800" y="4967287"/>
            <a:ext cx="1082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	Люди хотят чувствовать себя важными и значимыми. Делайте комплименты, признавайте заслуги и достижения собеседника, не забывая при этом быть искренним.</a:t>
            </a:r>
          </a:p>
        </p:txBody>
      </p:sp>
      <p:pic>
        <p:nvPicPr>
          <p:cNvPr id="7" name="Рисунок 6" descr="Зал заседаний со сплошной заливкой">
            <a:extLst>
              <a:ext uri="{FF2B5EF4-FFF2-40B4-BE49-F238E27FC236}">
                <a16:creationId xmlns:a16="http://schemas.microsoft.com/office/drawing/2014/main" id="{393415C0-53ED-4FE1-841E-FFD60ACE5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7900" y="731837"/>
            <a:ext cx="914400" cy="914400"/>
          </a:xfrm>
          <a:prstGeom prst="rect">
            <a:avLst/>
          </a:prstGeom>
        </p:spPr>
      </p:pic>
      <p:pic>
        <p:nvPicPr>
          <p:cNvPr id="9" name="Рисунок 8" descr="Кот со сплошной заливкой">
            <a:extLst>
              <a:ext uri="{FF2B5EF4-FFF2-40B4-BE49-F238E27FC236}">
                <a16:creationId xmlns:a16="http://schemas.microsoft.com/office/drawing/2014/main" id="{F817158D-16D5-405D-BF92-60187757B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2300" y="41445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9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FFA72-A567-40F8-BE17-701F5FA10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1313"/>
            <a:ext cx="9144000" cy="1839912"/>
          </a:xfrm>
        </p:spPr>
        <p:txBody>
          <a:bodyPr/>
          <a:lstStyle/>
          <a:p>
            <a:r>
              <a:rPr lang="ru-RU" b="1" i="1" dirty="0"/>
              <a:t>Применение принципов на практике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6F997C-635C-4746-A4DF-DED76F4EB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2601119"/>
            <a:ext cx="10782300" cy="1655762"/>
          </a:xfrm>
        </p:spPr>
        <p:txBody>
          <a:bodyPr/>
          <a:lstStyle/>
          <a:p>
            <a:pPr algn="just"/>
            <a:r>
              <a:rPr lang="ru-RU" sz="3200" dirty="0"/>
              <a:t>	Практическое применение принципов Карнеги включает постоянную работу над собой. Например, вы можете целенаправленно улучшать навыки слушания или работать над своей способностью запоминать имена, активно интегрируя это в повседневные взаимодействия.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71274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5C356-40A3-4910-8C00-F1384EB5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966788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FF7958-B9C0-41F3-870E-1A2E473C0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01763"/>
            <a:ext cx="9144000" cy="2684462"/>
          </a:xfrm>
        </p:spPr>
        <p:txBody>
          <a:bodyPr/>
          <a:lstStyle/>
          <a:p>
            <a:pPr algn="just"/>
            <a:r>
              <a:rPr lang="ru-RU" sz="3200" dirty="0"/>
              <a:t>	Принципы Дейла Карнеги остаются актуальными и сегодня. Они помогают построить успешные личные и профессиональные отношения. Начните с малого: искренне улыбайтесь и проявляйте интерес к другим людям, и результат не заставит себя ждать.</a:t>
            </a:r>
          </a:p>
        </p:txBody>
      </p:sp>
    </p:spTree>
    <p:extLst>
      <p:ext uri="{BB962C8B-B14F-4D97-AF65-F5344CB8AC3E}">
        <p14:creationId xmlns:p14="http://schemas.microsoft.com/office/powerpoint/2010/main" val="40952984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384</Words>
  <Application>Microsoft Office PowerPoint</Application>
  <PresentationFormat>Широкоэкранный</PresentationFormat>
  <Paragraphs>23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Основные принципы общения</vt:lpstr>
      <vt:lpstr>Первый принцип: Искренний интерес к другим людям</vt:lpstr>
      <vt:lpstr>Третий принцип: Помните имена людей</vt:lpstr>
      <vt:lpstr>Пятый принцип: Говорите о том, что важно для других</vt:lpstr>
      <vt:lpstr>Применение принципов на практике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kitty swirth</dc:creator>
  <cp:lastModifiedBy>kitty swirth</cp:lastModifiedBy>
  <cp:revision>2</cp:revision>
  <dcterms:created xsi:type="dcterms:W3CDTF">2024-09-25T12:03:28Z</dcterms:created>
  <dcterms:modified xsi:type="dcterms:W3CDTF">2024-09-26T12:59:00Z</dcterms:modified>
</cp:coreProperties>
</file>