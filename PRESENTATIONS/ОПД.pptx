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7FFF8-7FA3-4F2A-9F80-1EFC54442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48B55F-9AC7-4318-A70D-3109E23AA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80C871-75FC-47DE-8CB8-40993D10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9AB001-AE8F-4527-A3DF-23C0B054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86F493-811B-4EB6-8FC2-3199A8C6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515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492D79-9BB2-491D-9776-FAC14857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03AECE-CEAE-463D-9437-5E603C1D7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D69F14-6280-4BD5-AD06-3E15FA0E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7B5A9-6AC8-407C-BB59-EED6F675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525BC5-EF34-4FBF-9990-011EA2A44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17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E2B1D-45FE-45E2-98E1-6F2C4C95E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59BFA4-1DC3-472C-AD0A-8B4A533ED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4A5F7C-606F-4C22-8371-E061F74A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6A36DF-5BD2-476B-8C30-F710311F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A9017A-4AAF-4872-9448-65B7178C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09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C89A0-7EEE-4CDF-AB5B-95C411E3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0B007-F3A2-4967-8781-F91248EED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C2C817-D944-4EE4-9E2B-68B8DB9D4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8DE61E-F83C-460A-B557-330BE57F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145A29-EEE7-445A-8DFB-B7B91277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48CEE4-7664-4786-8D57-35C92300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91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648A4-6704-499D-9D38-F4CBF1D6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919857-30C7-4258-B942-20B112C4B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EBABC4-D802-4CD2-B1BB-E53841374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C60745-1D17-45A8-BC7E-F237CA2F0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1B3BF6C-DE87-4831-9333-5508BABA3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78DF13-0DE5-4169-A1F4-1483D097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6E76A55-2781-4CE0-8316-AE032838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B662BE-867B-4321-B605-B487CE1F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620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3C110-D609-43F4-8485-9F15A839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BA90BF-8AFC-4826-B682-B16B0FDC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B6EB2A-BAA4-4D74-92E2-309B6D53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D7451F-AD36-4372-B7A0-A6D0BC13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25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B6EE8BC-3E5B-4C03-8F4B-6FD16E4E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B602C8-B373-4CFD-B563-B278B1881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8D7912-272F-48D6-BD7A-6F08FB35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39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72B35-8DEA-48F4-A1B0-BDF23F234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CE62E-48B8-4C27-9FDC-AAAA38056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500338-8D5A-49E3-B87B-1978068F9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5D781B-9C34-43D6-BD51-2E5C4EAE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70C658-2065-4AFE-A07F-C929A600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9CBE91-9728-4EAE-BB0D-81D75D417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02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84B0C-3C8F-433D-8C8A-72197924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E1C2E9-AD5E-42D2-A7D3-7F183E716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B7EC11-F1E5-42EF-8A32-564F88727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F57B77-916F-48FB-BB85-F39B2969A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9F6D7A-2AC7-47C1-A9A0-D7E6007A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64720C-E6DA-4A86-A4E6-37B71C49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12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A8FC8-DCB5-40F9-A80C-79D3CC0F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15587B-6754-4601-9B94-69558B585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11D2C0-DDBB-4446-8290-7FEF280EB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D896B2-DEDA-49F5-931B-B4FF2577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D132B-A8C7-49B2-AB18-0AFB89DA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85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5210896-63A2-4AB8-BE36-590E47694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C0365D-0C0F-4E37-A494-BD09C3E11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477236-33BA-49D3-9EBA-53D8981A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72CF99-2014-4998-AB34-E6003988D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0958F7-1134-44E6-8B15-E2CF206D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16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60E24-7404-4836-9810-15EFF4ABF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8A7620-B6BD-429C-81A3-8FD302C68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B6ECF-7910-439F-BE83-4AEE5E991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64531-7F11-454B-8D5A-F7B09559A423}" type="datetimeFigureOut">
              <a:rPr lang="ru-RU" smtClean="0"/>
              <a:t>02.04.2025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324410-A64B-47EB-A704-B890C9C7F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B0AAD4-B2C2-432D-AD6E-A9D683A49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DC1C7-022E-498C-AC42-FB21E90427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03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A6718C-914E-42AB-9E4A-89EF725139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17AFB8-5EEB-4A93-801F-88D759E87D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1446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swirth</dc:creator>
  <cp:lastModifiedBy>swirth</cp:lastModifiedBy>
  <cp:revision>1</cp:revision>
  <dcterms:created xsi:type="dcterms:W3CDTF">2025-04-02T11:07:33Z</dcterms:created>
  <dcterms:modified xsi:type="dcterms:W3CDTF">2025-04-02T11:07:46Z</dcterms:modified>
</cp:coreProperties>
</file>