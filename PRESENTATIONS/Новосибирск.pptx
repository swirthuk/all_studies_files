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8"/>
  </p:notesMasterIdLst>
  <p:handoutMasterIdLst>
    <p:handoutMasterId r:id="rId19"/>
  </p:handoutMasterIdLst>
  <p:sldIdLst>
    <p:sldId id="272" r:id="rId5"/>
    <p:sldId id="269" r:id="rId6"/>
    <p:sldId id="268" r:id="rId7"/>
    <p:sldId id="261" r:id="rId8"/>
    <p:sldId id="262" r:id="rId9"/>
    <p:sldId id="277" r:id="rId10"/>
    <p:sldId id="278" r:id="rId11"/>
    <p:sldId id="279" r:id="rId12"/>
    <p:sldId id="283" r:id="rId13"/>
    <p:sldId id="284" r:id="rId14"/>
    <p:sldId id="280" r:id="rId15"/>
    <p:sldId id="281" r:id="rId16"/>
    <p:sldId id="270" r:id="rId17"/>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varScale="1">
        <p:scale>
          <a:sx n="80" d="100"/>
          <a:sy n="80" d="100"/>
        </p:scale>
        <p:origin x="293" y="58"/>
      </p:cViewPr>
      <p:guideLst>
        <p:guide orient="horz" pos="3024"/>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2" d="100"/>
          <a:sy n="92" d="100"/>
        </p:scale>
        <p:origin x="373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D3C0813C-7CC8-4D83-8597-4419C6C3F1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D6CE7921-A638-4FA4-877C-D0A7318B3C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849CF1-CFE1-4B3E-B4C0-1D604E8DD863}" type="datetime1">
              <a:rPr lang="ru-RU" smtClean="0"/>
              <a:t>12.09.2024</a:t>
            </a:fld>
            <a:endParaRPr lang="ru-RU"/>
          </a:p>
        </p:txBody>
      </p:sp>
      <p:sp>
        <p:nvSpPr>
          <p:cNvPr id="4" name="Нижний колонтитул 3">
            <a:extLst>
              <a:ext uri="{FF2B5EF4-FFF2-40B4-BE49-F238E27FC236}">
                <a16:creationId xmlns:a16="http://schemas.microsoft.com/office/drawing/2014/main" id="{F0C84F4E-30F6-44DE-A708-BE749D84E7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74268DA9-EB9C-42D9-AC1D-498AF46B35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73A8EA-EA1B-4322-A397-FC24C8EA6241}" type="slidenum">
              <a:rPr lang="ru-RU" smtClean="0"/>
              <a:t>‹#›</a:t>
            </a:fld>
            <a:endParaRPr lang="ru-RU"/>
          </a:p>
        </p:txBody>
      </p:sp>
    </p:spTree>
    <p:extLst>
      <p:ext uri="{BB962C8B-B14F-4D97-AF65-F5344CB8AC3E}">
        <p14:creationId xmlns:p14="http://schemas.microsoft.com/office/powerpoint/2010/main" val="35783007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FE2F9E9-71E9-4A5A-A806-632395CDEC7A}" type="datetime1">
              <a:rPr lang="ru-RU" noProof="0" smtClean="0"/>
              <a:t>12.09.2024</a:t>
            </a:fld>
            <a:endParaRPr lang="ru-RU" noProof="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E485773-E831-40C3-B08E-FE9BDAA69383}" type="slidenum">
              <a:rPr lang="ru-RU" noProof="0" smtClean="0"/>
              <a:t>‹#›</a:t>
            </a:fld>
            <a:endParaRPr lang="ru-RU" noProof="0"/>
          </a:p>
        </p:txBody>
      </p:sp>
    </p:spTree>
    <p:extLst>
      <p:ext uri="{BB962C8B-B14F-4D97-AF65-F5344CB8AC3E}">
        <p14:creationId xmlns:p14="http://schemas.microsoft.com/office/powerpoint/2010/main" val="41409579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smtClean="0"/>
              <a:t>1</a:t>
            </a:fld>
            <a:endParaRPr lang="ru-RU"/>
          </a:p>
        </p:txBody>
      </p:sp>
    </p:spTree>
    <p:extLst>
      <p:ext uri="{BB962C8B-B14F-4D97-AF65-F5344CB8AC3E}">
        <p14:creationId xmlns:p14="http://schemas.microsoft.com/office/powerpoint/2010/main" val="2701552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2</a:t>
            </a:fld>
            <a:endParaRPr lang="ru-RU" noProof="0"/>
          </a:p>
        </p:txBody>
      </p:sp>
    </p:spTree>
    <p:extLst>
      <p:ext uri="{BB962C8B-B14F-4D97-AF65-F5344CB8AC3E}">
        <p14:creationId xmlns:p14="http://schemas.microsoft.com/office/powerpoint/2010/main" val="3318229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3</a:t>
            </a:fld>
            <a:endParaRPr lang="ru-RU" noProof="0"/>
          </a:p>
        </p:txBody>
      </p:sp>
    </p:spTree>
    <p:extLst>
      <p:ext uri="{BB962C8B-B14F-4D97-AF65-F5344CB8AC3E}">
        <p14:creationId xmlns:p14="http://schemas.microsoft.com/office/powerpoint/2010/main" val="3503426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4</a:t>
            </a:fld>
            <a:endParaRPr lang="ru-RU" noProof="0"/>
          </a:p>
        </p:txBody>
      </p:sp>
    </p:spTree>
    <p:extLst>
      <p:ext uri="{BB962C8B-B14F-4D97-AF65-F5344CB8AC3E}">
        <p14:creationId xmlns:p14="http://schemas.microsoft.com/office/powerpoint/2010/main" val="3735657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5</a:t>
            </a:fld>
            <a:endParaRPr lang="ru-RU" noProof="0"/>
          </a:p>
        </p:txBody>
      </p:sp>
    </p:spTree>
    <p:extLst>
      <p:ext uri="{BB962C8B-B14F-4D97-AF65-F5344CB8AC3E}">
        <p14:creationId xmlns:p14="http://schemas.microsoft.com/office/powerpoint/2010/main" val="1184395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6</a:t>
            </a:fld>
            <a:endParaRPr lang="ru-RU" noProof="0"/>
          </a:p>
        </p:txBody>
      </p:sp>
    </p:spTree>
    <p:extLst>
      <p:ext uri="{BB962C8B-B14F-4D97-AF65-F5344CB8AC3E}">
        <p14:creationId xmlns:p14="http://schemas.microsoft.com/office/powerpoint/2010/main" val="171645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7</a:t>
            </a:fld>
            <a:endParaRPr lang="ru-RU" noProof="0"/>
          </a:p>
        </p:txBody>
      </p:sp>
    </p:spTree>
    <p:extLst>
      <p:ext uri="{BB962C8B-B14F-4D97-AF65-F5344CB8AC3E}">
        <p14:creationId xmlns:p14="http://schemas.microsoft.com/office/powerpoint/2010/main" val="4292469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8</a:t>
            </a:fld>
            <a:endParaRPr lang="ru-RU" noProof="0"/>
          </a:p>
        </p:txBody>
      </p:sp>
    </p:spTree>
    <p:extLst>
      <p:ext uri="{BB962C8B-B14F-4D97-AF65-F5344CB8AC3E}">
        <p14:creationId xmlns:p14="http://schemas.microsoft.com/office/powerpoint/2010/main" val="1912087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11</a:t>
            </a:fld>
            <a:endParaRPr lang="ru-RU" noProof="0"/>
          </a:p>
        </p:txBody>
      </p:sp>
    </p:spTree>
    <p:extLst>
      <p:ext uri="{BB962C8B-B14F-4D97-AF65-F5344CB8AC3E}">
        <p14:creationId xmlns:p14="http://schemas.microsoft.com/office/powerpoint/2010/main" val="361327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12</a:t>
            </a:fld>
            <a:endParaRPr lang="ru-RU" noProof="0"/>
          </a:p>
        </p:txBody>
      </p:sp>
    </p:spTree>
    <p:extLst>
      <p:ext uri="{BB962C8B-B14F-4D97-AF65-F5344CB8AC3E}">
        <p14:creationId xmlns:p14="http://schemas.microsoft.com/office/powerpoint/2010/main" val="1790027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5E485773-E831-40C3-B08E-FE9BDAA69383}" type="slidenum">
              <a:rPr lang="ru-RU" noProof="0" smtClean="0"/>
              <a:t>13</a:t>
            </a:fld>
            <a:endParaRPr lang="ru-RU" noProof="0"/>
          </a:p>
        </p:txBody>
      </p:sp>
    </p:spTree>
    <p:extLst>
      <p:ext uri="{BB962C8B-B14F-4D97-AF65-F5344CB8AC3E}">
        <p14:creationId xmlns:p14="http://schemas.microsoft.com/office/powerpoint/2010/main" val="1627947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Заголовок">
    <p:spTree>
      <p:nvGrpSpPr>
        <p:cNvPr id="1" name=""/>
        <p:cNvGrpSpPr/>
        <p:nvPr/>
      </p:nvGrpSpPr>
      <p:grpSpPr>
        <a:xfrm>
          <a:off x="0" y="0"/>
          <a:ext cx="0" cy="0"/>
          <a:chOff x="0" y="0"/>
          <a:chExt cx="0" cy="0"/>
        </a:xfrm>
      </p:grpSpPr>
      <p:sp useBgFill="1">
        <p:nvSpPr>
          <p:cNvPr id="5" name="Прямоугольник 4">
            <a:extLst>
              <a:ext uri="{FF2B5EF4-FFF2-40B4-BE49-F238E27FC236}">
                <a16:creationId xmlns:a16="http://schemas.microsoft.com/office/drawing/2014/main" id="{FE162AE6-C2BA-4446-A2D9-41A8F1A6153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useBgFill="1">
        <p:nvSpPr>
          <p:cNvPr id="7" name="Прямоугольник 6">
            <a:extLst>
              <a:ext uri="{FF2B5EF4-FFF2-40B4-BE49-F238E27FC236}">
                <a16:creationId xmlns:a16="http://schemas.microsoft.com/office/drawing/2014/main" id="{7A267802-5F0D-4EE1-AF9D-EF2E4F23C392}"/>
              </a:ext>
              <a:ext uri="{C183D7F6-B498-43B3-948B-1728B52AA6E4}">
                <adec:decorative xmlns:adec="http://schemas.microsoft.com/office/drawing/2017/decorative" val="1"/>
              </a:ext>
            </a:extLst>
          </p:cNvPr>
          <p:cNvSpPr/>
          <p:nvPr userDrawn="1"/>
        </p:nvSpPr>
        <p:spPr>
          <a:xfrm>
            <a:off x="1775" y="0"/>
            <a:ext cx="43861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8" name="Заголовок 1">
            <a:extLst>
              <a:ext uri="{FF2B5EF4-FFF2-40B4-BE49-F238E27FC236}">
                <a16:creationId xmlns:a16="http://schemas.microsoft.com/office/drawing/2014/main" id="{FB728D93-929A-4CAF-A102-3C217E9170B1}"/>
              </a:ext>
            </a:extLst>
          </p:cNvPr>
          <p:cNvSpPr>
            <a:spLocks noGrp="1"/>
          </p:cNvSpPr>
          <p:nvPr>
            <p:ph type="ctrTitle"/>
          </p:nvPr>
        </p:nvSpPr>
        <p:spPr>
          <a:xfrm>
            <a:off x="684361" y="428903"/>
            <a:ext cx="3071005" cy="3051391"/>
          </a:xfrm>
        </p:spPr>
        <p:txBody>
          <a:bodyPr rtlCol="0" anchor="b">
            <a:normAutofit/>
          </a:bodyPr>
          <a:lstStyle>
            <a:lvl1pPr algn="ctr">
              <a:lnSpc>
                <a:spcPct val="90000"/>
              </a:lnSpc>
              <a:defRPr>
                <a:solidFill>
                  <a:schemeClr val="tx2"/>
                </a:solidFill>
              </a:defRPr>
            </a:lvl1pPr>
          </a:lstStyle>
          <a:p>
            <a:pPr rtl="0">
              <a:tabLst>
                <a:tab pos="3370263" algn="l"/>
              </a:tabLst>
            </a:pPr>
            <a:endParaRPr lang="ru-RU" sz="4000" noProof="0" dirty="0">
              <a:solidFill>
                <a:schemeClr val="tx2">
                  <a:alpha val="75000"/>
                </a:schemeClr>
              </a:solidFill>
            </a:endParaRPr>
          </a:p>
        </p:txBody>
      </p:sp>
      <p:sp>
        <p:nvSpPr>
          <p:cNvPr id="9" name="Подзаголовок 2">
            <a:extLst>
              <a:ext uri="{FF2B5EF4-FFF2-40B4-BE49-F238E27FC236}">
                <a16:creationId xmlns:a16="http://schemas.microsoft.com/office/drawing/2014/main" id="{B81702E9-0038-4210-9FAB-E76C1EF85C4F}"/>
              </a:ext>
            </a:extLst>
          </p:cNvPr>
          <p:cNvSpPr>
            <a:spLocks noGrp="1"/>
          </p:cNvSpPr>
          <p:nvPr>
            <p:ph type="subTitle" idx="1" hasCustomPrompt="1"/>
          </p:nvPr>
        </p:nvSpPr>
        <p:spPr>
          <a:xfrm>
            <a:off x="744876" y="5116529"/>
            <a:ext cx="2948684" cy="955497"/>
          </a:xfrm>
        </p:spPr>
        <p:txBody>
          <a:bodyPr rtlCol="0">
            <a:normAutofit/>
          </a:bodyPr>
          <a:lstStyle>
            <a:lvl1pPr marL="0" indent="0" algn="ctr">
              <a:lnSpc>
                <a:spcPct val="150000"/>
              </a:lnSpc>
              <a:buNone/>
              <a:defRPr sz="1600" cap="all" spc="600" baseline="0">
                <a:solidFill>
                  <a:schemeClr val="tx2"/>
                </a:solidFill>
              </a:defRPr>
            </a:lvl1pPr>
          </a:lstStyle>
          <a:p>
            <a:pPr rtl="0"/>
            <a:r>
              <a:rPr lang="ru-RU" noProof="0" dirty="0">
                <a:solidFill>
                  <a:schemeClr val="tx2"/>
                </a:solidFill>
              </a:rPr>
              <a:t>подзаголовок</a:t>
            </a:r>
          </a:p>
        </p:txBody>
      </p:sp>
      <p:sp>
        <p:nvSpPr>
          <p:cNvPr id="10" name="Свободная форма: фигура 9">
            <a:extLst>
              <a:ext uri="{FF2B5EF4-FFF2-40B4-BE49-F238E27FC236}">
                <a16:creationId xmlns:a16="http://schemas.microsoft.com/office/drawing/2014/main" id="{13E1655C-FA7C-42D9-8EE1-E7CF6988A050}"/>
              </a:ext>
              <a:ext uri="{C183D7F6-B498-43B3-948B-1728B52AA6E4}">
                <adec:decorative xmlns:adec="http://schemas.microsoft.com/office/drawing/2017/decorative" val="1"/>
              </a:ext>
            </a:extLst>
          </p:cNvPr>
          <p:cNvSpPr/>
          <p:nvPr userDrawn="1"/>
        </p:nvSpPr>
        <p:spPr>
          <a:xfrm rot="13547565" flipH="1">
            <a:off x="1747479" y="3853642"/>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pPr rtl="0"/>
            <a:endParaRPr lang="ru-RU" noProof="0" dirty="0"/>
          </a:p>
        </p:txBody>
      </p:sp>
      <p:sp>
        <p:nvSpPr>
          <p:cNvPr id="12" name="Рисунок 11">
            <a:extLst>
              <a:ext uri="{FF2B5EF4-FFF2-40B4-BE49-F238E27FC236}">
                <a16:creationId xmlns:a16="http://schemas.microsoft.com/office/drawing/2014/main" id="{46441E9C-E7AE-4B2E-A8FF-F364980D9036}"/>
              </a:ext>
            </a:extLst>
          </p:cNvPr>
          <p:cNvSpPr>
            <a:spLocks noGrp="1"/>
          </p:cNvSpPr>
          <p:nvPr>
            <p:ph type="pic" sz="quarter" idx="13"/>
          </p:nvPr>
        </p:nvSpPr>
        <p:spPr>
          <a:xfrm>
            <a:off x="4383024" y="0"/>
            <a:ext cx="7808976" cy="6858000"/>
          </a:xfrm>
          <a:solidFill>
            <a:schemeClr val="bg2">
              <a:lumMod val="50000"/>
              <a:lumOff val="50000"/>
            </a:schemeClr>
          </a:solidFill>
        </p:spPr>
        <p:txBody>
          <a:bodyPr rtlCol="0"/>
          <a:lstStyle/>
          <a:p>
            <a:pPr rtl="0"/>
            <a:endParaRPr lang="ru-RU" noProof="0" dirty="0"/>
          </a:p>
        </p:txBody>
      </p:sp>
    </p:spTree>
    <p:extLst>
      <p:ext uri="{BB962C8B-B14F-4D97-AF65-F5344CB8AC3E}">
        <p14:creationId xmlns:p14="http://schemas.microsoft.com/office/powerpoint/2010/main" val="2171283408"/>
      </p:ext>
    </p:extLst>
  </p:cSld>
  <p:clrMapOvr>
    <a:masterClrMapping/>
  </p:clrMapOvr>
  <p:extLst>
    <p:ext uri="{DCECCB84-F9BA-43D5-87BE-67443E8EF086}">
      <p15:sldGuideLst xmlns:p15="http://schemas.microsoft.com/office/powerpoint/2012/main">
        <p15:guide id="1" pos="2760" userDrawn="1">
          <p15:clr>
            <a:srgbClr val="FBAE40"/>
          </p15:clr>
        </p15:guide>
        <p15:guide id="2" pos="39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Повестка дня">
    <p:spTree>
      <p:nvGrpSpPr>
        <p:cNvPr id="1" name=""/>
        <p:cNvGrpSpPr/>
        <p:nvPr/>
      </p:nvGrpSpPr>
      <p:grpSpPr>
        <a:xfrm>
          <a:off x="0" y="0"/>
          <a:ext cx="0" cy="0"/>
          <a:chOff x="0" y="0"/>
          <a:chExt cx="0" cy="0"/>
        </a:xfrm>
      </p:grpSpPr>
      <p:sp useBgFill="1">
        <p:nvSpPr>
          <p:cNvPr id="5" name="Прямоугольник 4">
            <a:extLst>
              <a:ext uri="{FF2B5EF4-FFF2-40B4-BE49-F238E27FC236}">
                <a16:creationId xmlns:a16="http://schemas.microsoft.com/office/drawing/2014/main" id="{665A6970-043A-47D8-B545-755078B0D7E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6" name="Заголовок 7">
            <a:extLst>
              <a:ext uri="{FF2B5EF4-FFF2-40B4-BE49-F238E27FC236}">
                <a16:creationId xmlns:a16="http://schemas.microsoft.com/office/drawing/2014/main" id="{86AC1DD3-428F-4C39-A551-E13ABD51BDBF}"/>
              </a:ext>
            </a:extLst>
          </p:cNvPr>
          <p:cNvSpPr>
            <a:spLocks noGrp="1"/>
          </p:cNvSpPr>
          <p:nvPr>
            <p:ph type="title"/>
          </p:nvPr>
        </p:nvSpPr>
        <p:spPr>
          <a:xfrm>
            <a:off x="647699" y="647700"/>
            <a:ext cx="3483421" cy="2866599"/>
          </a:xfrm>
        </p:spPr>
        <p:txBody>
          <a:bodyPr rtlCol="0">
            <a:normAutofit/>
          </a:bodyPr>
          <a:lstStyle/>
          <a:p>
            <a:pPr algn="r" rtl="0"/>
            <a:endParaRPr lang="ru-RU" noProof="0" dirty="0"/>
          </a:p>
        </p:txBody>
      </p:sp>
      <p:cxnSp>
        <p:nvCxnSpPr>
          <p:cNvPr id="7" name="Прямая соединительная линия 6">
            <a:extLst>
              <a:ext uri="{FF2B5EF4-FFF2-40B4-BE49-F238E27FC236}">
                <a16:creationId xmlns:a16="http://schemas.microsoft.com/office/drawing/2014/main" id="{0661C8BF-A13F-41C7-AD96-FF1FF2487316}"/>
              </a:ext>
              <a:ext uri="{C183D7F6-B498-43B3-948B-1728B52AA6E4}">
                <adec:decorative xmlns:adec="http://schemas.microsoft.com/office/drawing/2017/decorative" val="1"/>
              </a:ext>
            </a:extLst>
          </p:cNvPr>
          <p:cNvCxnSpPr>
            <a:cxnSpLocks/>
          </p:cNvCxnSpPr>
          <p:nvPr userDrawn="1"/>
        </p:nvCxnSpPr>
        <p:spPr>
          <a:xfrm>
            <a:off x="4572000" y="1344305"/>
            <a:ext cx="0" cy="1610436"/>
          </a:xfrm>
          <a:prstGeom prst="line">
            <a:avLst/>
          </a:prstGeom>
          <a:ln w="19050">
            <a:solidFill>
              <a:schemeClr val="accent1">
                <a:lumMod val="75000"/>
                <a:alpha val="75000"/>
              </a:schemeClr>
            </a:solidFill>
          </a:ln>
        </p:spPr>
        <p:style>
          <a:lnRef idx="1">
            <a:schemeClr val="accent1"/>
          </a:lnRef>
          <a:fillRef idx="0">
            <a:schemeClr val="accent1"/>
          </a:fillRef>
          <a:effectRef idx="0">
            <a:schemeClr val="accent1"/>
          </a:effectRef>
          <a:fontRef idx="minor">
            <a:schemeClr val="tx1"/>
          </a:fontRef>
        </p:style>
      </p:cxnSp>
      <p:sp>
        <p:nvSpPr>
          <p:cNvPr id="8" name="Объект 8">
            <a:extLst>
              <a:ext uri="{FF2B5EF4-FFF2-40B4-BE49-F238E27FC236}">
                <a16:creationId xmlns:a16="http://schemas.microsoft.com/office/drawing/2014/main" id="{C48B2C18-58F4-4964-8F53-1A6C5CA463DE}"/>
              </a:ext>
            </a:extLst>
          </p:cNvPr>
          <p:cNvSpPr>
            <a:spLocks noGrp="1"/>
          </p:cNvSpPr>
          <p:nvPr>
            <p:ph idx="1"/>
          </p:nvPr>
        </p:nvSpPr>
        <p:spPr>
          <a:xfrm>
            <a:off x="5117909" y="647700"/>
            <a:ext cx="6401231" cy="2982604"/>
          </a:xfrm>
        </p:spPr>
        <p:txBody>
          <a:bodyPr rtlCol="0" anchor="ctr">
            <a:normAutofit/>
          </a:bodyPr>
          <a:lstStyle>
            <a:lvl1pPr marL="0" indent="0">
              <a:buNone/>
              <a:defRPr/>
            </a:lvl1pPr>
          </a:lstStyle>
          <a:p>
            <a:pPr rtl="0"/>
            <a:endParaRPr lang="ru-RU" noProof="0" dirty="0"/>
          </a:p>
        </p:txBody>
      </p:sp>
      <p:sp>
        <p:nvSpPr>
          <p:cNvPr id="14" name="Рисунок 13">
            <a:extLst>
              <a:ext uri="{FF2B5EF4-FFF2-40B4-BE49-F238E27FC236}">
                <a16:creationId xmlns:a16="http://schemas.microsoft.com/office/drawing/2014/main" id="{60AF7978-E274-4580-9576-25C42D06B28B}"/>
              </a:ext>
            </a:extLst>
          </p:cNvPr>
          <p:cNvSpPr>
            <a:spLocks noGrp="1"/>
          </p:cNvSpPr>
          <p:nvPr>
            <p:ph type="pic" sz="quarter" idx="13"/>
          </p:nvPr>
        </p:nvSpPr>
        <p:spPr>
          <a:xfrm>
            <a:off x="667512" y="4142232"/>
            <a:ext cx="2606040" cy="2075688"/>
          </a:xfrm>
          <a:solidFill>
            <a:schemeClr val="bg2">
              <a:lumMod val="50000"/>
              <a:lumOff val="50000"/>
            </a:schemeClr>
          </a:solidFill>
        </p:spPr>
        <p:txBody>
          <a:bodyPr rtlCol="0"/>
          <a:lstStyle/>
          <a:p>
            <a:pPr rtl="0"/>
            <a:endParaRPr lang="ru-RU" noProof="0" dirty="0"/>
          </a:p>
        </p:txBody>
      </p:sp>
      <p:sp>
        <p:nvSpPr>
          <p:cNvPr id="16" name="Рисунок 13">
            <a:extLst>
              <a:ext uri="{FF2B5EF4-FFF2-40B4-BE49-F238E27FC236}">
                <a16:creationId xmlns:a16="http://schemas.microsoft.com/office/drawing/2014/main" id="{C26149A3-CFBC-4F7F-B065-171177885AF8}"/>
              </a:ext>
            </a:extLst>
          </p:cNvPr>
          <p:cNvSpPr>
            <a:spLocks noGrp="1"/>
          </p:cNvSpPr>
          <p:nvPr>
            <p:ph type="pic" sz="quarter" idx="15"/>
          </p:nvPr>
        </p:nvSpPr>
        <p:spPr>
          <a:xfrm>
            <a:off x="3416041" y="4142232"/>
            <a:ext cx="2606040" cy="2075688"/>
          </a:xfrm>
          <a:solidFill>
            <a:schemeClr val="bg2">
              <a:lumMod val="50000"/>
              <a:lumOff val="50000"/>
            </a:schemeClr>
          </a:solidFill>
        </p:spPr>
        <p:txBody>
          <a:bodyPr rtlCol="0"/>
          <a:lstStyle/>
          <a:p>
            <a:pPr rtl="0"/>
            <a:endParaRPr lang="ru-RU" noProof="0" dirty="0"/>
          </a:p>
        </p:txBody>
      </p:sp>
      <p:sp>
        <p:nvSpPr>
          <p:cNvPr id="17" name="Рисунок 13">
            <a:extLst>
              <a:ext uri="{FF2B5EF4-FFF2-40B4-BE49-F238E27FC236}">
                <a16:creationId xmlns:a16="http://schemas.microsoft.com/office/drawing/2014/main" id="{47CA6D41-6659-4919-BF3F-FCA2AB53F4FE}"/>
              </a:ext>
            </a:extLst>
          </p:cNvPr>
          <p:cNvSpPr>
            <a:spLocks noGrp="1"/>
          </p:cNvSpPr>
          <p:nvPr>
            <p:ph type="pic" sz="quarter" idx="16"/>
          </p:nvPr>
        </p:nvSpPr>
        <p:spPr>
          <a:xfrm>
            <a:off x="6164570" y="4142232"/>
            <a:ext cx="2606040" cy="2075688"/>
          </a:xfrm>
          <a:solidFill>
            <a:schemeClr val="bg2">
              <a:lumMod val="50000"/>
              <a:lumOff val="50000"/>
            </a:schemeClr>
          </a:solidFill>
        </p:spPr>
        <p:txBody>
          <a:bodyPr rtlCol="0"/>
          <a:lstStyle/>
          <a:p>
            <a:pPr rtl="0"/>
            <a:endParaRPr lang="ru-RU" noProof="0" dirty="0"/>
          </a:p>
        </p:txBody>
      </p:sp>
      <p:sp>
        <p:nvSpPr>
          <p:cNvPr id="15" name="Рисунок 13">
            <a:extLst>
              <a:ext uri="{FF2B5EF4-FFF2-40B4-BE49-F238E27FC236}">
                <a16:creationId xmlns:a16="http://schemas.microsoft.com/office/drawing/2014/main" id="{20E6777B-4AD1-427E-904E-21086E731818}"/>
              </a:ext>
            </a:extLst>
          </p:cNvPr>
          <p:cNvSpPr>
            <a:spLocks noGrp="1"/>
          </p:cNvSpPr>
          <p:nvPr>
            <p:ph type="pic" sz="quarter" idx="14"/>
          </p:nvPr>
        </p:nvSpPr>
        <p:spPr>
          <a:xfrm>
            <a:off x="8913100" y="4142232"/>
            <a:ext cx="2606040" cy="2075688"/>
          </a:xfrm>
          <a:solidFill>
            <a:schemeClr val="bg2">
              <a:lumMod val="50000"/>
              <a:lumOff val="50000"/>
            </a:schemeClr>
          </a:solidFill>
        </p:spPr>
        <p:txBody>
          <a:bodyPr rtlCol="0"/>
          <a:lstStyle/>
          <a:p>
            <a:pPr rtl="0"/>
            <a:endParaRPr lang="ru-RU" noProof="0" dirty="0"/>
          </a:p>
        </p:txBody>
      </p:sp>
      <p:sp>
        <p:nvSpPr>
          <p:cNvPr id="20" name="Дата 3">
            <a:extLst>
              <a:ext uri="{FF2B5EF4-FFF2-40B4-BE49-F238E27FC236}">
                <a16:creationId xmlns:a16="http://schemas.microsoft.com/office/drawing/2014/main" id="{7E0D4C96-36DA-4C90-B4F7-FD78F9F06EC4}"/>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dirty="0"/>
              <a:t>20ГГ</a:t>
            </a:r>
          </a:p>
        </p:txBody>
      </p:sp>
      <p:sp>
        <p:nvSpPr>
          <p:cNvPr id="21" name="Нижний колонтитул 4">
            <a:extLst>
              <a:ext uri="{FF2B5EF4-FFF2-40B4-BE49-F238E27FC236}">
                <a16:creationId xmlns:a16="http://schemas.microsoft.com/office/drawing/2014/main" id="{DCC27624-76B0-4BB8-B6D9-C01BCCE65729}"/>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dirty="0"/>
              <a:t>Пример текста</a:t>
            </a:r>
          </a:p>
        </p:txBody>
      </p:sp>
      <p:sp>
        <p:nvSpPr>
          <p:cNvPr id="22" name="Номер слайда 5">
            <a:extLst>
              <a:ext uri="{FF2B5EF4-FFF2-40B4-BE49-F238E27FC236}">
                <a16:creationId xmlns:a16="http://schemas.microsoft.com/office/drawing/2014/main" id="{E5D71582-7D60-491E-945E-00A9A6A2E4D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dirty="0"/>
          </a:p>
        </p:txBody>
      </p:sp>
    </p:spTree>
    <p:extLst>
      <p:ext uri="{BB962C8B-B14F-4D97-AF65-F5344CB8AC3E}">
        <p14:creationId xmlns:p14="http://schemas.microsoft.com/office/powerpoint/2010/main" val="11718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Введение">
    <p:spTree>
      <p:nvGrpSpPr>
        <p:cNvPr id="1" name=""/>
        <p:cNvGrpSpPr/>
        <p:nvPr/>
      </p:nvGrpSpPr>
      <p:grpSpPr>
        <a:xfrm>
          <a:off x="0" y="0"/>
          <a:ext cx="0" cy="0"/>
          <a:chOff x="0" y="0"/>
          <a:chExt cx="0" cy="0"/>
        </a:xfrm>
      </p:grpSpPr>
      <p:sp useBgFill="1">
        <p:nvSpPr>
          <p:cNvPr id="5" name="Прямоугольник 4">
            <a:extLst>
              <a:ext uri="{FF2B5EF4-FFF2-40B4-BE49-F238E27FC236}">
                <a16:creationId xmlns:a16="http://schemas.microsoft.com/office/drawing/2014/main" id="{A283E6C1-A698-44ED-B112-2185C527C814}"/>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6" name="Заголовок 7">
            <a:extLst>
              <a:ext uri="{FF2B5EF4-FFF2-40B4-BE49-F238E27FC236}">
                <a16:creationId xmlns:a16="http://schemas.microsoft.com/office/drawing/2014/main" id="{B8DA9715-F69D-45C0-8C20-D23271722306}"/>
              </a:ext>
            </a:extLst>
          </p:cNvPr>
          <p:cNvSpPr>
            <a:spLocks noGrp="1"/>
          </p:cNvSpPr>
          <p:nvPr>
            <p:ph type="title"/>
          </p:nvPr>
        </p:nvSpPr>
        <p:spPr>
          <a:xfrm>
            <a:off x="845164" y="1034470"/>
            <a:ext cx="10515600" cy="899783"/>
          </a:xfrm>
        </p:spPr>
        <p:txBody>
          <a:bodyPr wrap="none" rtlCol="0" anchor="ctr">
            <a:noAutofit/>
          </a:bodyPr>
          <a:lstStyle>
            <a:lvl1pPr algn="l">
              <a:spcBef>
                <a:spcPts val="0"/>
              </a:spcBef>
              <a:defRPr baseline="0"/>
            </a:lvl1pPr>
          </a:lstStyle>
          <a:p>
            <a:pPr algn="ctr" rtl="0"/>
            <a:endParaRPr lang="ru-RU" noProof="0" dirty="0"/>
          </a:p>
        </p:txBody>
      </p:sp>
      <p:sp>
        <p:nvSpPr>
          <p:cNvPr id="10" name="Текст 9">
            <a:extLst>
              <a:ext uri="{FF2B5EF4-FFF2-40B4-BE49-F238E27FC236}">
                <a16:creationId xmlns:a16="http://schemas.microsoft.com/office/drawing/2014/main" id="{EA11834F-2E86-44CF-9B7B-879C54D3E3DE}"/>
              </a:ext>
            </a:extLst>
          </p:cNvPr>
          <p:cNvSpPr>
            <a:spLocks noGrp="1"/>
          </p:cNvSpPr>
          <p:nvPr>
            <p:ph type="body" sz="quarter" idx="16" hasCustomPrompt="1"/>
          </p:nvPr>
        </p:nvSpPr>
        <p:spPr>
          <a:xfrm>
            <a:off x="839069" y="1900962"/>
            <a:ext cx="10292340" cy="1954213"/>
          </a:xfrm>
        </p:spPr>
        <p:txBody>
          <a:bodyPr rtlCol="0" anchor="t"/>
          <a:lstStyle>
            <a:lvl1pPr marL="0" indent="0" algn="just">
              <a:buNone/>
              <a:defRPr baseline="0"/>
            </a:lvl1pPr>
            <a:lvl2pPr marL="274320" indent="0" algn="ctr">
              <a:buFont typeface="Arial" panose="020B0604020202020204" pitchFamily="34" charset="0"/>
              <a:buNone/>
              <a:defRPr/>
            </a:lvl2pPr>
            <a:lvl3pPr marL="228600" indent="0" algn="ctr">
              <a:buNone/>
              <a:defRPr/>
            </a:lvl3pPr>
            <a:lvl4pPr marL="640080" indent="0" algn="ctr">
              <a:buFont typeface="Arial" panose="020B0604020202020204" pitchFamily="34" charset="0"/>
              <a:buNone/>
              <a:defRPr/>
            </a:lvl4pPr>
            <a:lvl5pPr marL="685800" indent="0" algn="ctr">
              <a:buNone/>
              <a:defRPr/>
            </a:lvl5pPr>
          </a:lstStyle>
          <a:p>
            <a:pPr lvl="0" rtl="0"/>
            <a:r>
              <a:rPr lang="ru-RU" noProof="0" dirty="0"/>
              <a:t>Текст слайда</a:t>
            </a:r>
          </a:p>
        </p:txBody>
      </p:sp>
      <p:sp>
        <p:nvSpPr>
          <p:cNvPr id="13" name="Рисунок 12">
            <a:extLst>
              <a:ext uri="{FF2B5EF4-FFF2-40B4-BE49-F238E27FC236}">
                <a16:creationId xmlns:a16="http://schemas.microsoft.com/office/drawing/2014/main" id="{06B13C98-6A68-488A-A861-3651BEFFDB91}"/>
              </a:ext>
            </a:extLst>
          </p:cNvPr>
          <p:cNvSpPr>
            <a:spLocks noGrp="1"/>
          </p:cNvSpPr>
          <p:nvPr>
            <p:ph type="pic" sz="quarter" idx="13"/>
          </p:nvPr>
        </p:nvSpPr>
        <p:spPr>
          <a:xfrm>
            <a:off x="0" y="4160520"/>
            <a:ext cx="4067175" cy="2697480"/>
          </a:xfrm>
          <a:solidFill>
            <a:schemeClr val="bg2">
              <a:lumMod val="50000"/>
              <a:lumOff val="50000"/>
            </a:schemeClr>
          </a:solidFill>
        </p:spPr>
        <p:txBody>
          <a:bodyPr rtlCol="0"/>
          <a:lstStyle/>
          <a:p>
            <a:pPr rtl="0"/>
            <a:endParaRPr lang="ru-RU" noProof="0" dirty="0"/>
          </a:p>
        </p:txBody>
      </p:sp>
      <p:sp>
        <p:nvSpPr>
          <p:cNvPr id="18" name="Дата 3">
            <a:extLst>
              <a:ext uri="{FF2B5EF4-FFF2-40B4-BE49-F238E27FC236}">
                <a16:creationId xmlns:a16="http://schemas.microsoft.com/office/drawing/2014/main" id="{2938ABF9-B914-4702-BD3C-440D785C4B8E}"/>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dirty="0"/>
              <a:t>20ГГ</a:t>
            </a:r>
          </a:p>
        </p:txBody>
      </p:sp>
      <p:sp>
        <p:nvSpPr>
          <p:cNvPr id="14" name="Рисунок 12">
            <a:extLst>
              <a:ext uri="{FF2B5EF4-FFF2-40B4-BE49-F238E27FC236}">
                <a16:creationId xmlns:a16="http://schemas.microsoft.com/office/drawing/2014/main" id="{A8DDEC8E-7A5B-45B1-87C2-928F65F6DC8B}"/>
              </a:ext>
            </a:extLst>
          </p:cNvPr>
          <p:cNvSpPr>
            <a:spLocks noGrp="1"/>
          </p:cNvSpPr>
          <p:nvPr>
            <p:ph type="pic" sz="quarter" idx="14"/>
          </p:nvPr>
        </p:nvSpPr>
        <p:spPr>
          <a:xfrm>
            <a:off x="4059936" y="4160520"/>
            <a:ext cx="4133088" cy="2697480"/>
          </a:xfrm>
          <a:solidFill>
            <a:schemeClr val="bg2">
              <a:lumMod val="50000"/>
              <a:lumOff val="50000"/>
            </a:schemeClr>
          </a:solidFill>
        </p:spPr>
        <p:txBody>
          <a:bodyPr rtlCol="0"/>
          <a:lstStyle/>
          <a:p>
            <a:pPr rtl="0"/>
            <a:endParaRPr lang="ru-RU" noProof="0" dirty="0"/>
          </a:p>
        </p:txBody>
      </p:sp>
      <p:sp>
        <p:nvSpPr>
          <p:cNvPr id="19" name="Нижний колонтитул 4">
            <a:extLst>
              <a:ext uri="{FF2B5EF4-FFF2-40B4-BE49-F238E27FC236}">
                <a16:creationId xmlns:a16="http://schemas.microsoft.com/office/drawing/2014/main" id="{3D694128-BF72-4548-B72F-CAFBFD2346E1}"/>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dirty="0"/>
              <a:t>Пример текста</a:t>
            </a:r>
          </a:p>
        </p:txBody>
      </p:sp>
      <p:sp>
        <p:nvSpPr>
          <p:cNvPr id="15" name="Рисунок 12">
            <a:extLst>
              <a:ext uri="{FF2B5EF4-FFF2-40B4-BE49-F238E27FC236}">
                <a16:creationId xmlns:a16="http://schemas.microsoft.com/office/drawing/2014/main" id="{5E558F1D-66DC-426F-B815-D10EB6BC4E0B}"/>
              </a:ext>
            </a:extLst>
          </p:cNvPr>
          <p:cNvSpPr>
            <a:spLocks noGrp="1"/>
          </p:cNvSpPr>
          <p:nvPr>
            <p:ph type="pic" sz="quarter" idx="15"/>
          </p:nvPr>
        </p:nvSpPr>
        <p:spPr>
          <a:xfrm>
            <a:off x="8193024" y="4160520"/>
            <a:ext cx="4005072" cy="2697480"/>
          </a:xfrm>
          <a:solidFill>
            <a:schemeClr val="bg2">
              <a:lumMod val="50000"/>
              <a:lumOff val="50000"/>
            </a:schemeClr>
          </a:solidFill>
        </p:spPr>
        <p:txBody>
          <a:bodyPr rtlCol="0"/>
          <a:lstStyle/>
          <a:p>
            <a:pPr rtl="0"/>
            <a:endParaRPr lang="ru-RU" noProof="0" dirty="0"/>
          </a:p>
        </p:txBody>
      </p:sp>
      <p:cxnSp>
        <p:nvCxnSpPr>
          <p:cNvPr id="7" name="Прямая соединительная линия 6">
            <a:extLst>
              <a:ext uri="{FF2B5EF4-FFF2-40B4-BE49-F238E27FC236}">
                <a16:creationId xmlns:a16="http://schemas.microsoft.com/office/drawing/2014/main" id="{3EC1452B-8D51-4F49-9A26-8D49BCE7AABB}"/>
              </a:ext>
              <a:ext uri="{C183D7F6-B498-43B3-948B-1728B52AA6E4}">
                <adec:decorative xmlns:adec="http://schemas.microsoft.com/office/drawing/2017/decorative" val="1"/>
              </a:ext>
            </a:extLst>
          </p:cNvPr>
          <p:cNvCxnSpPr>
            <a:cxnSpLocks/>
          </p:cNvCxnSpPr>
          <p:nvPr userDrawn="1"/>
        </p:nvCxnSpPr>
        <p:spPr>
          <a:xfrm>
            <a:off x="3950899" y="1555564"/>
            <a:ext cx="4290204" cy="0"/>
          </a:xfrm>
          <a:prstGeom prst="line">
            <a:avLst/>
          </a:prstGeom>
          <a:ln w="19050">
            <a:solidFill>
              <a:schemeClr val="accent1">
                <a:alpha val="75000"/>
              </a:schemeClr>
            </a:solidFill>
          </a:ln>
        </p:spPr>
        <p:style>
          <a:lnRef idx="1">
            <a:schemeClr val="accent1"/>
          </a:lnRef>
          <a:fillRef idx="0">
            <a:schemeClr val="accent1"/>
          </a:fillRef>
          <a:effectRef idx="0">
            <a:schemeClr val="accent1"/>
          </a:effectRef>
          <a:fontRef idx="minor">
            <a:schemeClr val="tx1"/>
          </a:fontRef>
        </p:style>
      </p:cxnSp>
      <p:sp>
        <p:nvSpPr>
          <p:cNvPr id="20" name="Номер слайда 5">
            <a:extLst>
              <a:ext uri="{FF2B5EF4-FFF2-40B4-BE49-F238E27FC236}">
                <a16:creationId xmlns:a16="http://schemas.microsoft.com/office/drawing/2014/main" id="{68719BE9-7631-4214-B581-04437DDA5C17}"/>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dirty="0"/>
          </a:p>
        </p:txBody>
      </p:sp>
    </p:spTree>
    <p:extLst>
      <p:ext uri="{BB962C8B-B14F-4D97-AF65-F5344CB8AC3E}">
        <p14:creationId xmlns:p14="http://schemas.microsoft.com/office/powerpoint/2010/main" val="1473976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Разрыв раздела">
    <p:spTree>
      <p:nvGrpSpPr>
        <p:cNvPr id="1" name=""/>
        <p:cNvGrpSpPr/>
        <p:nvPr/>
      </p:nvGrpSpPr>
      <p:grpSpPr>
        <a:xfrm>
          <a:off x="0" y="0"/>
          <a:ext cx="0" cy="0"/>
          <a:chOff x="0" y="0"/>
          <a:chExt cx="0" cy="0"/>
        </a:xfrm>
      </p:grpSpPr>
      <p:sp useBgFill="1">
        <p:nvSpPr>
          <p:cNvPr id="15" name="Прямоугольник 14">
            <a:extLst>
              <a:ext uri="{FF2B5EF4-FFF2-40B4-BE49-F238E27FC236}">
                <a16:creationId xmlns:a16="http://schemas.microsoft.com/office/drawing/2014/main" id="{A6AF1EB8-173E-4BDF-9FB9-340DC5FC2686}"/>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6" name="Заголовок 1">
            <a:extLst>
              <a:ext uri="{FF2B5EF4-FFF2-40B4-BE49-F238E27FC236}">
                <a16:creationId xmlns:a16="http://schemas.microsoft.com/office/drawing/2014/main" id="{B44A6C40-5A2B-4859-A8AE-52464ACB654F}"/>
              </a:ext>
            </a:extLst>
          </p:cNvPr>
          <p:cNvSpPr>
            <a:spLocks noGrp="1"/>
          </p:cNvSpPr>
          <p:nvPr>
            <p:ph type="ctrTitle"/>
          </p:nvPr>
        </p:nvSpPr>
        <p:spPr>
          <a:xfrm>
            <a:off x="647700" y="5059252"/>
            <a:ext cx="6874327" cy="1209275"/>
          </a:xfrm>
        </p:spPr>
        <p:txBody>
          <a:bodyPr rtlCol="0" anchor="ctr">
            <a:normAutofit/>
          </a:bodyPr>
          <a:lstStyle>
            <a:lvl1pPr algn="l">
              <a:defRPr/>
            </a:lvl1pPr>
          </a:lstStyle>
          <a:p>
            <a:pPr algn="r" rtl="0"/>
            <a:endParaRPr lang="ru-RU" sz="4000" noProof="0" dirty="0"/>
          </a:p>
        </p:txBody>
      </p:sp>
      <p:sp>
        <p:nvSpPr>
          <p:cNvPr id="17" name="Подзаголовок 2">
            <a:extLst>
              <a:ext uri="{FF2B5EF4-FFF2-40B4-BE49-F238E27FC236}">
                <a16:creationId xmlns:a16="http://schemas.microsoft.com/office/drawing/2014/main" id="{4839C935-8C88-4E41-9CDE-772FDA3DD94F}"/>
              </a:ext>
            </a:extLst>
          </p:cNvPr>
          <p:cNvSpPr>
            <a:spLocks noGrp="1"/>
          </p:cNvSpPr>
          <p:nvPr>
            <p:ph type="subTitle" idx="1"/>
          </p:nvPr>
        </p:nvSpPr>
        <p:spPr>
          <a:xfrm>
            <a:off x="8098970" y="5056632"/>
            <a:ext cx="3392445" cy="1207008"/>
          </a:xfrm>
        </p:spPr>
        <p:txBody>
          <a:bodyPr rtlCol="0" anchor="ctr">
            <a:normAutofit/>
          </a:bodyPr>
          <a:lstStyle>
            <a:lvl1pPr marL="0" indent="0">
              <a:buNone/>
              <a:defRPr/>
            </a:lvl1pPr>
          </a:lstStyle>
          <a:p>
            <a:pPr algn="l" rtl="0"/>
            <a:endParaRPr lang="ru-RU" sz="1600" noProof="0" dirty="0"/>
          </a:p>
        </p:txBody>
      </p:sp>
      <p:cxnSp>
        <p:nvCxnSpPr>
          <p:cNvPr id="19" name="Прямая соединительная линия 18">
            <a:extLst>
              <a:ext uri="{FF2B5EF4-FFF2-40B4-BE49-F238E27FC236}">
                <a16:creationId xmlns:a16="http://schemas.microsoft.com/office/drawing/2014/main" id="{30C6FCBF-78C9-4160-8C8D-C0846C6D2B40}"/>
              </a:ext>
              <a:ext uri="{C183D7F6-B498-43B3-948B-1728B52AA6E4}">
                <adec:decorative xmlns:adec="http://schemas.microsoft.com/office/drawing/2017/decorative" val="1"/>
              </a:ext>
            </a:extLst>
          </p:cNvPr>
          <p:cNvCxnSpPr>
            <a:cxnSpLocks/>
          </p:cNvCxnSpPr>
          <p:nvPr userDrawn="1"/>
        </p:nvCxnSpPr>
        <p:spPr>
          <a:xfrm>
            <a:off x="7810499" y="5187442"/>
            <a:ext cx="0" cy="875607"/>
          </a:xfrm>
          <a:prstGeom prst="line">
            <a:avLst/>
          </a:prstGeom>
          <a:ln w="15875">
            <a:solidFill>
              <a:schemeClr val="accent1">
                <a:lumMod val="75000"/>
                <a:alpha val="82000"/>
              </a:schemeClr>
            </a:solidFill>
          </a:ln>
        </p:spPr>
        <p:style>
          <a:lnRef idx="1">
            <a:schemeClr val="accent1"/>
          </a:lnRef>
          <a:fillRef idx="0">
            <a:schemeClr val="accent1"/>
          </a:fillRef>
          <a:effectRef idx="0">
            <a:schemeClr val="accent1"/>
          </a:effectRef>
          <a:fontRef idx="minor">
            <a:schemeClr val="tx1"/>
          </a:fontRef>
        </p:style>
      </p:cxnSp>
      <p:sp>
        <p:nvSpPr>
          <p:cNvPr id="21" name="Рисунок 20">
            <a:extLst>
              <a:ext uri="{FF2B5EF4-FFF2-40B4-BE49-F238E27FC236}">
                <a16:creationId xmlns:a16="http://schemas.microsoft.com/office/drawing/2014/main" id="{6950CA0E-635B-46DC-8900-0DD2B472AF19}"/>
              </a:ext>
            </a:extLst>
          </p:cNvPr>
          <p:cNvSpPr>
            <a:spLocks noGrp="1"/>
          </p:cNvSpPr>
          <p:nvPr>
            <p:ph type="pic" sz="quarter" idx="13"/>
          </p:nvPr>
        </p:nvSpPr>
        <p:spPr>
          <a:xfrm>
            <a:off x="1524" y="0"/>
            <a:ext cx="12188952" cy="4562856"/>
          </a:xfrm>
          <a:solidFill>
            <a:schemeClr val="bg2">
              <a:lumMod val="50000"/>
              <a:lumOff val="50000"/>
            </a:schemeClr>
          </a:solidFill>
        </p:spPr>
        <p:txBody>
          <a:bodyPr rtlCol="0"/>
          <a:lstStyle/>
          <a:p>
            <a:pPr rtl="0"/>
            <a:endParaRPr lang="ru-RU" noProof="0" dirty="0"/>
          </a:p>
        </p:txBody>
      </p:sp>
    </p:spTree>
    <p:extLst>
      <p:ext uri="{BB962C8B-B14F-4D97-AF65-F5344CB8AC3E}">
        <p14:creationId xmlns:p14="http://schemas.microsoft.com/office/powerpoint/2010/main" val="1145731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30846B-7B57-4F95-B17F-B9DEE339408B}"/>
              </a:ext>
            </a:extLst>
          </p:cNvPr>
          <p:cNvSpPr>
            <a:spLocks noGrp="1"/>
          </p:cNvSpPr>
          <p:nvPr>
            <p:ph type="title"/>
          </p:nvPr>
        </p:nvSpPr>
        <p:spPr/>
        <p:txBody>
          <a:bodyPr rtlCol="0"/>
          <a:lstStyle/>
          <a:p>
            <a:pPr rtl="0"/>
            <a:r>
              <a:rPr lang="ru-RU" noProof="0"/>
              <a:t>Образец заголовка</a:t>
            </a:r>
          </a:p>
        </p:txBody>
      </p:sp>
      <p:sp>
        <p:nvSpPr>
          <p:cNvPr id="3" name="Объект 2">
            <a:extLst>
              <a:ext uri="{FF2B5EF4-FFF2-40B4-BE49-F238E27FC236}">
                <a16:creationId xmlns:a16="http://schemas.microsoft.com/office/drawing/2014/main" id="{E9B08814-722A-4F2C-8807-C09FEEC251E7}"/>
              </a:ext>
            </a:extLst>
          </p:cNvPr>
          <p:cNvSpPr>
            <a:spLocks noGrp="1"/>
          </p:cNvSpPr>
          <p:nvPr>
            <p:ph idx="1" hasCustomPrompt="1"/>
          </p:nvPr>
        </p:nvSpPr>
        <p:spPr>
          <a:xfrm>
            <a:off x="838200" y="2438403"/>
            <a:ext cx="10515600" cy="3545204"/>
          </a:xfrm>
        </p:spPr>
        <p:txBody>
          <a:bodyPr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cxnSp>
        <p:nvCxnSpPr>
          <p:cNvPr id="8" name="Прямая соединительная линия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Дата 3">
            <a:extLst>
              <a:ext uri="{FF2B5EF4-FFF2-40B4-BE49-F238E27FC236}">
                <a16:creationId xmlns:a16="http://schemas.microsoft.com/office/drawing/2014/main" id="{C1976FF6-0FAE-4806-A07E-BE4D7411681F}"/>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10" name="Нижний колонтитул 4">
            <a:extLst>
              <a:ext uri="{FF2B5EF4-FFF2-40B4-BE49-F238E27FC236}">
                <a16:creationId xmlns:a16="http://schemas.microsoft.com/office/drawing/2014/main" id="{842FFD90-937D-4551-9F0C-7A5B0C78E51F}"/>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11" name="Номер слайда 5">
            <a:extLst>
              <a:ext uri="{FF2B5EF4-FFF2-40B4-BE49-F238E27FC236}">
                <a16:creationId xmlns:a16="http://schemas.microsoft.com/office/drawing/2014/main" id="{BED25ED3-40D6-4D4C-BEF6-506E3E31B2AA}"/>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Tree>
    <p:extLst>
      <p:ext uri="{BB962C8B-B14F-4D97-AF65-F5344CB8AC3E}">
        <p14:creationId xmlns:p14="http://schemas.microsoft.com/office/powerpoint/2010/main" val="1378619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Цитата">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3A8FC83D-BE6C-46F7-A2C9-654DF8EBE0D6}"/>
              </a:ext>
            </a:extLst>
          </p:cNvPr>
          <p:cNvSpPr>
            <a:spLocks noGrp="1"/>
          </p:cNvSpPr>
          <p:nvPr>
            <p:ph type="ctrTitle"/>
          </p:nvPr>
        </p:nvSpPr>
        <p:spPr>
          <a:xfrm>
            <a:off x="653733" y="1679441"/>
            <a:ext cx="10890565" cy="589966"/>
          </a:xfrm>
        </p:spPr>
        <p:txBody>
          <a:bodyPr rtlCol="0">
            <a:normAutofit fontScale="90000"/>
          </a:bodyPr>
          <a:lstStyle>
            <a:lvl1pPr algn="ctr">
              <a:defRPr/>
            </a:lvl1pPr>
          </a:lstStyle>
          <a:p>
            <a:pPr rtl="0"/>
            <a:endParaRPr lang="ru-RU" noProof="0"/>
          </a:p>
        </p:txBody>
      </p:sp>
      <p:sp>
        <p:nvSpPr>
          <p:cNvPr id="6" name="Подзаголовок 2">
            <a:extLst>
              <a:ext uri="{FF2B5EF4-FFF2-40B4-BE49-F238E27FC236}">
                <a16:creationId xmlns:a16="http://schemas.microsoft.com/office/drawing/2014/main" id="{8CC3F9D0-953E-45A7-BFD7-C86C68B23298}"/>
              </a:ext>
            </a:extLst>
          </p:cNvPr>
          <p:cNvSpPr>
            <a:spLocks noGrp="1"/>
          </p:cNvSpPr>
          <p:nvPr>
            <p:ph type="subTitle" idx="1"/>
          </p:nvPr>
        </p:nvSpPr>
        <p:spPr>
          <a:xfrm>
            <a:off x="2163726" y="2273661"/>
            <a:ext cx="7910623" cy="447630"/>
          </a:xfrm>
        </p:spPr>
        <p:txBody>
          <a:bodyPr rtlCol="0">
            <a:normAutofit/>
          </a:bodyPr>
          <a:lstStyle>
            <a:lvl1pPr marL="0" indent="0" algn="ctr">
              <a:buNone/>
              <a:defRPr/>
            </a:lvl1pPr>
          </a:lstStyle>
          <a:p>
            <a:pPr rtl="0"/>
            <a:endParaRPr lang="ru-RU" sz="1600" noProof="0"/>
          </a:p>
        </p:txBody>
      </p:sp>
      <p:sp>
        <p:nvSpPr>
          <p:cNvPr id="7" name="Полилиния: фигура 6">
            <a:extLst>
              <a:ext uri="{FF2B5EF4-FFF2-40B4-BE49-F238E27FC236}">
                <a16:creationId xmlns:a16="http://schemas.microsoft.com/office/drawing/2014/main" id="{D736BCE2-FC35-4992-A912-AF5A5C4ECE46}"/>
              </a:ext>
              <a:ext uri="{C183D7F6-B498-43B3-948B-1728B52AA6E4}">
                <adec:decorative xmlns:adec="http://schemas.microsoft.com/office/drawing/2017/decorative" val="1"/>
              </a:ext>
            </a:extLst>
          </p:cNvPr>
          <p:cNvSpPr/>
          <p:nvPr userDrawn="1"/>
        </p:nvSpPr>
        <p:spPr>
          <a:xfrm flipH="1">
            <a:off x="5507004" y="63219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pPr rtl="0"/>
            <a:endParaRPr lang="ru-RU" noProof="0"/>
          </a:p>
        </p:txBody>
      </p:sp>
      <p:sp>
        <p:nvSpPr>
          <p:cNvPr id="11" name="Рисунок 10">
            <a:extLst>
              <a:ext uri="{FF2B5EF4-FFF2-40B4-BE49-F238E27FC236}">
                <a16:creationId xmlns:a16="http://schemas.microsoft.com/office/drawing/2014/main" id="{84AA409B-17E7-4D49-8F3B-D390302E2418}"/>
              </a:ext>
            </a:extLst>
          </p:cNvPr>
          <p:cNvSpPr>
            <a:spLocks noGrp="1"/>
          </p:cNvSpPr>
          <p:nvPr>
            <p:ph type="pic" sz="quarter" idx="13"/>
          </p:nvPr>
        </p:nvSpPr>
        <p:spPr>
          <a:xfrm>
            <a:off x="658368" y="3063240"/>
            <a:ext cx="5321808" cy="3154680"/>
          </a:xfrm>
          <a:solidFill>
            <a:schemeClr val="bg2">
              <a:lumMod val="50000"/>
              <a:lumOff val="50000"/>
            </a:schemeClr>
          </a:solidFill>
        </p:spPr>
        <p:txBody>
          <a:bodyPr rtlCol="0"/>
          <a:lstStyle/>
          <a:p>
            <a:pPr rtl="0"/>
            <a:endParaRPr lang="ru-RU" noProof="0"/>
          </a:p>
        </p:txBody>
      </p:sp>
      <p:sp>
        <p:nvSpPr>
          <p:cNvPr id="13" name="Рисунок 10">
            <a:extLst>
              <a:ext uri="{FF2B5EF4-FFF2-40B4-BE49-F238E27FC236}">
                <a16:creationId xmlns:a16="http://schemas.microsoft.com/office/drawing/2014/main" id="{C4FB1A9C-83D8-426D-B62B-A5F7457A9695}"/>
              </a:ext>
            </a:extLst>
          </p:cNvPr>
          <p:cNvSpPr>
            <a:spLocks noGrp="1"/>
          </p:cNvSpPr>
          <p:nvPr>
            <p:ph type="pic" sz="quarter" idx="14"/>
          </p:nvPr>
        </p:nvSpPr>
        <p:spPr>
          <a:xfrm>
            <a:off x="6217920" y="3063240"/>
            <a:ext cx="5321808" cy="3154680"/>
          </a:xfrm>
          <a:solidFill>
            <a:schemeClr val="bg2">
              <a:lumMod val="50000"/>
              <a:lumOff val="50000"/>
            </a:schemeClr>
          </a:solidFill>
        </p:spPr>
        <p:txBody>
          <a:bodyPr rtlCol="0"/>
          <a:lstStyle/>
          <a:p>
            <a:pPr rtl="0"/>
            <a:endParaRPr lang="ru-RU" noProof="0"/>
          </a:p>
        </p:txBody>
      </p:sp>
      <p:sp>
        <p:nvSpPr>
          <p:cNvPr id="10" name="Дата 3">
            <a:extLst>
              <a:ext uri="{FF2B5EF4-FFF2-40B4-BE49-F238E27FC236}">
                <a16:creationId xmlns:a16="http://schemas.microsoft.com/office/drawing/2014/main" id="{94DD44DD-0676-4A2C-9EC4-8E209307EB05}"/>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12" name="Нижний колонтитул 4">
            <a:extLst>
              <a:ext uri="{FF2B5EF4-FFF2-40B4-BE49-F238E27FC236}">
                <a16:creationId xmlns:a16="http://schemas.microsoft.com/office/drawing/2014/main" id="{969BC53C-DA37-4270-B44D-B7A92152AAD0}"/>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14" name="Номер слайда 5">
            <a:extLst>
              <a:ext uri="{FF2B5EF4-FFF2-40B4-BE49-F238E27FC236}">
                <a16:creationId xmlns:a16="http://schemas.microsoft.com/office/drawing/2014/main" id="{9AFE14D8-0C2B-4AA6-AE7E-75C2C63C245A}"/>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Tree>
    <p:extLst>
      <p:ext uri="{BB962C8B-B14F-4D97-AF65-F5344CB8AC3E}">
        <p14:creationId xmlns:p14="http://schemas.microsoft.com/office/powerpoint/2010/main" val="354679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Команд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30846B-7B57-4F95-B17F-B9DEE339408B}"/>
              </a:ext>
            </a:extLst>
          </p:cNvPr>
          <p:cNvSpPr>
            <a:spLocks noGrp="1"/>
          </p:cNvSpPr>
          <p:nvPr>
            <p:ph type="title"/>
          </p:nvPr>
        </p:nvSpPr>
        <p:spPr/>
        <p:txBody>
          <a:bodyPr rtlCol="0"/>
          <a:lstStyle/>
          <a:p>
            <a:pPr rtl="0"/>
            <a:r>
              <a:rPr lang="ru-RU" noProof="0"/>
              <a:t>Образец заголовка</a:t>
            </a:r>
          </a:p>
        </p:txBody>
      </p:sp>
      <p:cxnSp>
        <p:nvCxnSpPr>
          <p:cNvPr id="8" name="Прямая соединительная линия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Дата 3">
            <a:extLst>
              <a:ext uri="{FF2B5EF4-FFF2-40B4-BE49-F238E27FC236}">
                <a16:creationId xmlns:a16="http://schemas.microsoft.com/office/drawing/2014/main" id="{F9828424-127F-4F45-AF20-1DAA152557D3}"/>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10" name="Нижний колонтитул 4">
            <a:extLst>
              <a:ext uri="{FF2B5EF4-FFF2-40B4-BE49-F238E27FC236}">
                <a16:creationId xmlns:a16="http://schemas.microsoft.com/office/drawing/2014/main" id="{F5D83CCE-F7E1-4106-84E1-6C261DDBB19F}"/>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11" name="Номер слайда 5">
            <a:extLst>
              <a:ext uri="{FF2B5EF4-FFF2-40B4-BE49-F238E27FC236}">
                <a16:creationId xmlns:a16="http://schemas.microsoft.com/office/drawing/2014/main" id="{28126735-73E8-4B98-81A3-AAE94B69F65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
        <p:nvSpPr>
          <p:cNvPr id="12" name="Рисунок 23">
            <a:extLst>
              <a:ext uri="{FF2B5EF4-FFF2-40B4-BE49-F238E27FC236}">
                <a16:creationId xmlns:a16="http://schemas.microsoft.com/office/drawing/2014/main" id="{807AB57C-FB2F-4687-A53B-10BC93C0617B}"/>
              </a:ext>
            </a:extLst>
          </p:cNvPr>
          <p:cNvSpPr>
            <a:spLocks noGrp="1"/>
          </p:cNvSpPr>
          <p:nvPr>
            <p:ph type="pic" sz="quarter" idx="13"/>
          </p:nvPr>
        </p:nvSpPr>
        <p:spPr>
          <a:xfrm>
            <a:off x="823811" y="2266497"/>
            <a:ext cx="2441448" cy="1682496"/>
          </a:xfrm>
        </p:spPr>
        <p:txBody>
          <a:bodyPr rtlCol="0"/>
          <a:lstStyle/>
          <a:p>
            <a:pPr rtl="0"/>
            <a:endParaRPr lang="ru-RU" noProof="0"/>
          </a:p>
        </p:txBody>
      </p:sp>
      <p:sp>
        <p:nvSpPr>
          <p:cNvPr id="13" name="Рисунок 23">
            <a:extLst>
              <a:ext uri="{FF2B5EF4-FFF2-40B4-BE49-F238E27FC236}">
                <a16:creationId xmlns:a16="http://schemas.microsoft.com/office/drawing/2014/main" id="{000D73B6-1C0A-4F47-AA94-E1B7667F206C}"/>
              </a:ext>
            </a:extLst>
          </p:cNvPr>
          <p:cNvSpPr>
            <a:spLocks noGrp="1"/>
          </p:cNvSpPr>
          <p:nvPr>
            <p:ph type="pic" sz="quarter" idx="14"/>
          </p:nvPr>
        </p:nvSpPr>
        <p:spPr>
          <a:xfrm>
            <a:off x="3509664" y="2276021"/>
            <a:ext cx="2441448" cy="1682496"/>
          </a:xfrm>
        </p:spPr>
        <p:txBody>
          <a:bodyPr rtlCol="0"/>
          <a:lstStyle/>
          <a:p>
            <a:pPr rtl="0"/>
            <a:endParaRPr lang="ru-RU" noProof="0"/>
          </a:p>
        </p:txBody>
      </p:sp>
      <p:sp>
        <p:nvSpPr>
          <p:cNvPr id="14" name="Рисунок 23">
            <a:extLst>
              <a:ext uri="{FF2B5EF4-FFF2-40B4-BE49-F238E27FC236}">
                <a16:creationId xmlns:a16="http://schemas.microsoft.com/office/drawing/2014/main" id="{35F208ED-C2A5-4E66-AD25-D5D7D73E6C3F}"/>
              </a:ext>
            </a:extLst>
          </p:cNvPr>
          <p:cNvSpPr>
            <a:spLocks noGrp="1"/>
          </p:cNvSpPr>
          <p:nvPr>
            <p:ph type="pic" sz="quarter" idx="15"/>
          </p:nvPr>
        </p:nvSpPr>
        <p:spPr>
          <a:xfrm>
            <a:off x="6206094" y="2260823"/>
            <a:ext cx="2441448" cy="1682496"/>
          </a:xfrm>
        </p:spPr>
        <p:txBody>
          <a:bodyPr rtlCol="0"/>
          <a:lstStyle/>
          <a:p>
            <a:pPr rtl="0"/>
            <a:endParaRPr lang="ru-RU" noProof="0"/>
          </a:p>
        </p:txBody>
      </p:sp>
      <p:sp>
        <p:nvSpPr>
          <p:cNvPr id="15" name="Рисунок 23">
            <a:extLst>
              <a:ext uri="{FF2B5EF4-FFF2-40B4-BE49-F238E27FC236}">
                <a16:creationId xmlns:a16="http://schemas.microsoft.com/office/drawing/2014/main" id="{8C8C6B13-E352-4D69-9FB1-F92A36C33D3B}"/>
              </a:ext>
            </a:extLst>
          </p:cNvPr>
          <p:cNvSpPr>
            <a:spLocks noGrp="1"/>
          </p:cNvSpPr>
          <p:nvPr>
            <p:ph type="pic" sz="quarter" idx="16"/>
          </p:nvPr>
        </p:nvSpPr>
        <p:spPr>
          <a:xfrm>
            <a:off x="8907217" y="2266497"/>
            <a:ext cx="2441448" cy="1682496"/>
          </a:xfrm>
        </p:spPr>
        <p:txBody>
          <a:bodyPr rtlCol="0"/>
          <a:lstStyle/>
          <a:p>
            <a:pPr rtl="0"/>
            <a:endParaRPr lang="ru-RU" noProof="0"/>
          </a:p>
        </p:txBody>
      </p:sp>
      <p:sp>
        <p:nvSpPr>
          <p:cNvPr id="16" name="Текст 28">
            <a:extLst>
              <a:ext uri="{FF2B5EF4-FFF2-40B4-BE49-F238E27FC236}">
                <a16:creationId xmlns:a16="http://schemas.microsoft.com/office/drawing/2014/main" id="{3C071B65-316E-4CAB-8D44-4F4A52024372}"/>
              </a:ext>
            </a:extLst>
          </p:cNvPr>
          <p:cNvSpPr>
            <a:spLocks noGrp="1"/>
          </p:cNvSpPr>
          <p:nvPr>
            <p:ph type="body" sz="quarter" idx="17" hasCustomPrompt="1"/>
          </p:nvPr>
        </p:nvSpPr>
        <p:spPr>
          <a:xfrm>
            <a:off x="838200" y="4085532"/>
            <a:ext cx="2441448" cy="347662"/>
          </a:xfrm>
        </p:spPr>
        <p:txBody>
          <a:bodyPr lIns="146304" tIns="0" rIns="0" bIns="0" rtlCol="0">
            <a:noAutofit/>
          </a:bodyPr>
          <a:lstStyle>
            <a:lvl1pPr marL="0" indent="0" algn="l">
              <a:lnSpc>
                <a:spcPct val="100000"/>
              </a:lnSpc>
              <a:spcBef>
                <a:spcPts val="0"/>
              </a:spcBef>
              <a:buNone/>
              <a:defRPr sz="2000" b="1" spc="20" baseline="0">
                <a:solidFill>
                  <a:schemeClr val="tx1"/>
                </a:solidFill>
              </a:defRPr>
            </a:lvl1pPr>
          </a:lstStyle>
          <a:p>
            <a:pPr lvl="0" rtl="0"/>
            <a:r>
              <a:rPr lang="ru-RU" noProof="0"/>
              <a:t>Имя</a:t>
            </a:r>
          </a:p>
        </p:txBody>
      </p:sp>
      <p:sp>
        <p:nvSpPr>
          <p:cNvPr id="17" name="Текст 28">
            <a:extLst>
              <a:ext uri="{FF2B5EF4-FFF2-40B4-BE49-F238E27FC236}">
                <a16:creationId xmlns:a16="http://schemas.microsoft.com/office/drawing/2014/main" id="{77C885E3-D5E0-4CBD-BA10-704E92E5FA10}"/>
              </a:ext>
            </a:extLst>
          </p:cNvPr>
          <p:cNvSpPr>
            <a:spLocks noGrp="1"/>
          </p:cNvSpPr>
          <p:nvPr>
            <p:ph type="body" sz="quarter" idx="18" hasCustomPrompt="1"/>
          </p:nvPr>
        </p:nvSpPr>
        <p:spPr>
          <a:xfrm>
            <a:off x="838199" y="4469611"/>
            <a:ext cx="2441448" cy="347662"/>
          </a:xfrm>
        </p:spPr>
        <p:txBody>
          <a:bodyPr lIns="146304" tIns="0" rIns="0" bIns="0" rtlCol="0">
            <a:noAutofit/>
          </a:bodyPr>
          <a:lstStyle>
            <a:lvl1pPr marL="0" indent="0" algn="l">
              <a:lnSpc>
                <a:spcPct val="100000"/>
              </a:lnSpc>
              <a:spcBef>
                <a:spcPts val="0"/>
              </a:spcBef>
              <a:buNone/>
              <a:defRPr sz="1900" b="0" spc="20" baseline="0">
                <a:solidFill>
                  <a:schemeClr val="tx1"/>
                </a:solidFill>
              </a:defRPr>
            </a:lvl1pPr>
          </a:lstStyle>
          <a:p>
            <a:pPr lvl="0" rtl="0"/>
            <a:r>
              <a:rPr lang="ru-RU" noProof="0"/>
              <a:t>Должность</a:t>
            </a:r>
          </a:p>
        </p:txBody>
      </p:sp>
      <p:sp>
        <p:nvSpPr>
          <p:cNvPr id="18" name="Текст 28">
            <a:extLst>
              <a:ext uri="{FF2B5EF4-FFF2-40B4-BE49-F238E27FC236}">
                <a16:creationId xmlns:a16="http://schemas.microsoft.com/office/drawing/2014/main" id="{EDF1E930-E006-4E8D-912E-5C7DE87EE7AC}"/>
              </a:ext>
            </a:extLst>
          </p:cNvPr>
          <p:cNvSpPr>
            <a:spLocks noGrp="1"/>
          </p:cNvSpPr>
          <p:nvPr>
            <p:ph type="body" sz="quarter" idx="19" hasCustomPrompt="1"/>
          </p:nvPr>
        </p:nvSpPr>
        <p:spPr>
          <a:xfrm>
            <a:off x="3524054" y="4095056"/>
            <a:ext cx="2441448" cy="347662"/>
          </a:xfrm>
        </p:spPr>
        <p:txBody>
          <a:bodyPr lIns="146304" tIns="0" rIns="0" bIns="0" rtlCol="0">
            <a:noAutofit/>
          </a:bodyPr>
          <a:lstStyle>
            <a:lvl1pPr marL="0" indent="0" algn="l">
              <a:lnSpc>
                <a:spcPct val="100000"/>
              </a:lnSpc>
              <a:spcBef>
                <a:spcPts val="0"/>
              </a:spcBef>
              <a:buNone/>
              <a:defRPr sz="2000" b="1" spc="20" baseline="0">
                <a:solidFill>
                  <a:schemeClr val="tx1"/>
                </a:solidFill>
              </a:defRPr>
            </a:lvl1pPr>
          </a:lstStyle>
          <a:p>
            <a:pPr lvl="0" rtl="0"/>
            <a:r>
              <a:rPr lang="ru-RU" noProof="0"/>
              <a:t>Имя</a:t>
            </a:r>
          </a:p>
        </p:txBody>
      </p:sp>
      <p:sp>
        <p:nvSpPr>
          <p:cNvPr id="19" name="Текст 28">
            <a:extLst>
              <a:ext uri="{FF2B5EF4-FFF2-40B4-BE49-F238E27FC236}">
                <a16:creationId xmlns:a16="http://schemas.microsoft.com/office/drawing/2014/main" id="{5C24456D-6FC8-4A02-A705-91CAD806F81D}"/>
              </a:ext>
            </a:extLst>
          </p:cNvPr>
          <p:cNvSpPr>
            <a:spLocks noGrp="1"/>
          </p:cNvSpPr>
          <p:nvPr>
            <p:ph type="body" sz="quarter" idx="20" hasCustomPrompt="1"/>
          </p:nvPr>
        </p:nvSpPr>
        <p:spPr>
          <a:xfrm>
            <a:off x="3524053" y="4479135"/>
            <a:ext cx="2441448" cy="347662"/>
          </a:xfrm>
        </p:spPr>
        <p:txBody>
          <a:bodyPr lIns="146304" tIns="0" rIns="0" bIns="0" rtlCol="0">
            <a:noAutofit/>
          </a:bodyPr>
          <a:lstStyle>
            <a:lvl1pPr marL="0" indent="0" algn="l">
              <a:lnSpc>
                <a:spcPct val="100000"/>
              </a:lnSpc>
              <a:spcBef>
                <a:spcPts val="0"/>
              </a:spcBef>
              <a:buNone/>
              <a:defRPr sz="1900" b="0" spc="20" baseline="0">
                <a:solidFill>
                  <a:schemeClr val="tx1"/>
                </a:solidFill>
              </a:defRPr>
            </a:lvl1pPr>
          </a:lstStyle>
          <a:p>
            <a:pPr lvl="0" rtl="0"/>
            <a:r>
              <a:rPr lang="ru-RU" noProof="0"/>
              <a:t>Должность</a:t>
            </a:r>
          </a:p>
        </p:txBody>
      </p:sp>
      <p:sp>
        <p:nvSpPr>
          <p:cNvPr id="20" name="Текст 28">
            <a:extLst>
              <a:ext uri="{FF2B5EF4-FFF2-40B4-BE49-F238E27FC236}">
                <a16:creationId xmlns:a16="http://schemas.microsoft.com/office/drawing/2014/main" id="{B0AA21CB-553A-476D-9DBE-6B06618FE153}"/>
              </a:ext>
            </a:extLst>
          </p:cNvPr>
          <p:cNvSpPr>
            <a:spLocks noGrp="1"/>
          </p:cNvSpPr>
          <p:nvPr>
            <p:ph type="body" sz="quarter" idx="21" hasCustomPrompt="1"/>
          </p:nvPr>
        </p:nvSpPr>
        <p:spPr>
          <a:xfrm>
            <a:off x="6223595" y="4088244"/>
            <a:ext cx="2441448" cy="347662"/>
          </a:xfrm>
        </p:spPr>
        <p:txBody>
          <a:bodyPr lIns="146304" tIns="0" rIns="0" bIns="0" rtlCol="0">
            <a:noAutofit/>
          </a:bodyPr>
          <a:lstStyle>
            <a:lvl1pPr marL="0" indent="0" algn="l">
              <a:lnSpc>
                <a:spcPct val="100000"/>
              </a:lnSpc>
              <a:spcBef>
                <a:spcPts val="0"/>
              </a:spcBef>
              <a:buNone/>
              <a:defRPr sz="2000" b="1" spc="20" baseline="0">
                <a:solidFill>
                  <a:schemeClr val="tx1"/>
                </a:solidFill>
              </a:defRPr>
            </a:lvl1pPr>
          </a:lstStyle>
          <a:p>
            <a:pPr lvl="0" rtl="0"/>
            <a:r>
              <a:rPr lang="ru-RU" noProof="0"/>
              <a:t>Имя</a:t>
            </a:r>
          </a:p>
        </p:txBody>
      </p:sp>
      <p:sp>
        <p:nvSpPr>
          <p:cNvPr id="21" name="Текст 28">
            <a:extLst>
              <a:ext uri="{FF2B5EF4-FFF2-40B4-BE49-F238E27FC236}">
                <a16:creationId xmlns:a16="http://schemas.microsoft.com/office/drawing/2014/main" id="{B0CD8AA8-7148-4DD0-89BA-F4D140F24141}"/>
              </a:ext>
            </a:extLst>
          </p:cNvPr>
          <p:cNvSpPr>
            <a:spLocks noGrp="1"/>
          </p:cNvSpPr>
          <p:nvPr>
            <p:ph type="body" sz="quarter" idx="22" hasCustomPrompt="1"/>
          </p:nvPr>
        </p:nvSpPr>
        <p:spPr>
          <a:xfrm>
            <a:off x="6223594" y="4472323"/>
            <a:ext cx="2441448" cy="347662"/>
          </a:xfrm>
        </p:spPr>
        <p:txBody>
          <a:bodyPr lIns="146304" tIns="0" rIns="0" bIns="0" rtlCol="0">
            <a:noAutofit/>
          </a:bodyPr>
          <a:lstStyle>
            <a:lvl1pPr marL="0" indent="0" algn="l">
              <a:lnSpc>
                <a:spcPct val="100000"/>
              </a:lnSpc>
              <a:spcBef>
                <a:spcPts val="0"/>
              </a:spcBef>
              <a:buNone/>
              <a:defRPr sz="1900" b="0" spc="20" baseline="0">
                <a:solidFill>
                  <a:schemeClr val="tx1"/>
                </a:solidFill>
              </a:defRPr>
            </a:lvl1pPr>
          </a:lstStyle>
          <a:p>
            <a:pPr lvl="0" rtl="0"/>
            <a:r>
              <a:rPr lang="ru-RU" noProof="0"/>
              <a:t>Должность</a:t>
            </a:r>
          </a:p>
        </p:txBody>
      </p:sp>
      <p:sp>
        <p:nvSpPr>
          <p:cNvPr id="22" name="Текст 28">
            <a:extLst>
              <a:ext uri="{FF2B5EF4-FFF2-40B4-BE49-F238E27FC236}">
                <a16:creationId xmlns:a16="http://schemas.microsoft.com/office/drawing/2014/main" id="{C99B4FF6-133C-4927-BD3D-357FBD13CB03}"/>
              </a:ext>
            </a:extLst>
          </p:cNvPr>
          <p:cNvSpPr>
            <a:spLocks noGrp="1"/>
          </p:cNvSpPr>
          <p:nvPr>
            <p:ph type="body" sz="quarter" idx="23" hasCustomPrompt="1"/>
          </p:nvPr>
        </p:nvSpPr>
        <p:spPr>
          <a:xfrm>
            <a:off x="8921606" y="4085532"/>
            <a:ext cx="2441448" cy="347662"/>
          </a:xfrm>
        </p:spPr>
        <p:txBody>
          <a:bodyPr lIns="146304" tIns="0" rIns="0" bIns="0" rtlCol="0">
            <a:noAutofit/>
          </a:bodyPr>
          <a:lstStyle>
            <a:lvl1pPr marL="0" indent="0" algn="l">
              <a:lnSpc>
                <a:spcPct val="100000"/>
              </a:lnSpc>
              <a:spcBef>
                <a:spcPts val="0"/>
              </a:spcBef>
              <a:buNone/>
              <a:defRPr sz="2000" b="1" spc="20" baseline="0">
                <a:solidFill>
                  <a:schemeClr val="tx1"/>
                </a:solidFill>
              </a:defRPr>
            </a:lvl1pPr>
          </a:lstStyle>
          <a:p>
            <a:pPr lvl="0" rtl="0"/>
            <a:r>
              <a:rPr lang="ru-RU" noProof="0"/>
              <a:t>Имя</a:t>
            </a:r>
          </a:p>
        </p:txBody>
      </p:sp>
      <p:sp>
        <p:nvSpPr>
          <p:cNvPr id="23" name="Текст 28">
            <a:extLst>
              <a:ext uri="{FF2B5EF4-FFF2-40B4-BE49-F238E27FC236}">
                <a16:creationId xmlns:a16="http://schemas.microsoft.com/office/drawing/2014/main" id="{078286AF-2AD6-4303-884E-832045E59D5A}"/>
              </a:ext>
            </a:extLst>
          </p:cNvPr>
          <p:cNvSpPr>
            <a:spLocks noGrp="1"/>
          </p:cNvSpPr>
          <p:nvPr>
            <p:ph type="body" sz="quarter" idx="24" hasCustomPrompt="1"/>
          </p:nvPr>
        </p:nvSpPr>
        <p:spPr>
          <a:xfrm>
            <a:off x="8921605" y="4469611"/>
            <a:ext cx="2441448" cy="347662"/>
          </a:xfrm>
        </p:spPr>
        <p:txBody>
          <a:bodyPr lIns="146304" tIns="0" rIns="0" bIns="0" rtlCol="0">
            <a:noAutofit/>
          </a:bodyPr>
          <a:lstStyle>
            <a:lvl1pPr marL="0" indent="0" algn="l">
              <a:lnSpc>
                <a:spcPct val="100000"/>
              </a:lnSpc>
              <a:spcBef>
                <a:spcPts val="0"/>
              </a:spcBef>
              <a:buNone/>
              <a:defRPr sz="1900" b="0" spc="20" baseline="0">
                <a:solidFill>
                  <a:schemeClr val="tx1"/>
                </a:solidFill>
              </a:defRPr>
            </a:lvl1pPr>
          </a:lstStyle>
          <a:p>
            <a:pPr lvl="0" rtl="0"/>
            <a:r>
              <a:rPr lang="ru-RU" noProof="0"/>
              <a:t>Должность</a:t>
            </a:r>
          </a:p>
        </p:txBody>
      </p:sp>
    </p:spTree>
    <p:extLst>
      <p:ext uri="{BB962C8B-B14F-4D97-AF65-F5344CB8AC3E}">
        <p14:creationId xmlns:p14="http://schemas.microsoft.com/office/powerpoint/2010/main" val="343229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Временная шка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CC1A14-BCE3-4322-A314-ABFB09FBB4B2}"/>
              </a:ext>
            </a:extLst>
          </p:cNvPr>
          <p:cNvSpPr>
            <a:spLocks noGrp="1"/>
          </p:cNvSpPr>
          <p:nvPr>
            <p:ph type="title"/>
          </p:nvPr>
        </p:nvSpPr>
        <p:spPr>
          <a:xfrm>
            <a:off x="838200" y="716213"/>
            <a:ext cx="10515600" cy="2212258"/>
          </a:xfrm>
        </p:spPr>
        <p:txBody>
          <a:bodyPr rtlCol="0" anchor="t"/>
          <a:lstStyle/>
          <a:p>
            <a:pPr rtl="0"/>
            <a:r>
              <a:rPr lang="ru-RU" noProof="0"/>
              <a:t>Образец заголовка</a:t>
            </a:r>
          </a:p>
        </p:txBody>
      </p:sp>
      <p:sp>
        <p:nvSpPr>
          <p:cNvPr id="6" name="Дата 3">
            <a:extLst>
              <a:ext uri="{FF2B5EF4-FFF2-40B4-BE49-F238E27FC236}">
                <a16:creationId xmlns:a16="http://schemas.microsoft.com/office/drawing/2014/main" id="{3DAC2D8E-199B-430A-BB5F-3EB5B76D6F79}"/>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7" name="Нижний колонтитул 4">
            <a:extLst>
              <a:ext uri="{FF2B5EF4-FFF2-40B4-BE49-F238E27FC236}">
                <a16:creationId xmlns:a16="http://schemas.microsoft.com/office/drawing/2014/main" id="{DCAAF529-3AC9-470F-8794-0C49670804A4}"/>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8" name="Номер слайда 5">
            <a:extLst>
              <a:ext uri="{FF2B5EF4-FFF2-40B4-BE49-F238E27FC236}">
                <a16:creationId xmlns:a16="http://schemas.microsoft.com/office/drawing/2014/main" id="{B3327F51-D49D-4DCE-9CDC-3B94731A49A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Tree>
    <p:extLst>
      <p:ext uri="{BB962C8B-B14F-4D97-AF65-F5344CB8AC3E}">
        <p14:creationId xmlns:p14="http://schemas.microsoft.com/office/powerpoint/2010/main" val="3391290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C6A6C1-54BB-40E1-859F-0C6DA1525727}"/>
              </a:ext>
            </a:extLst>
          </p:cNvPr>
          <p:cNvSpPr>
            <a:spLocks noGrp="1"/>
          </p:cNvSpPr>
          <p:nvPr>
            <p:ph type="title"/>
          </p:nvPr>
        </p:nvSpPr>
        <p:spPr>
          <a:xfrm>
            <a:off x="839788" y="665629"/>
            <a:ext cx="10515600" cy="818995"/>
          </a:xfrm>
        </p:spPr>
        <p:txBody>
          <a:bodyPr rtlCol="0"/>
          <a:lstStyle/>
          <a:p>
            <a:pPr rtl="0"/>
            <a:r>
              <a:rPr lang="ru-RU" noProof="0"/>
              <a:t>Образец заголовка</a:t>
            </a:r>
          </a:p>
        </p:txBody>
      </p:sp>
      <p:sp>
        <p:nvSpPr>
          <p:cNvPr id="3" name="Текст 2">
            <a:extLst>
              <a:ext uri="{FF2B5EF4-FFF2-40B4-BE49-F238E27FC236}">
                <a16:creationId xmlns:a16="http://schemas.microsoft.com/office/drawing/2014/main" id="{2A1EEBE1-2D73-4E5F-A8DD-593B79D184F6}"/>
              </a:ext>
            </a:extLst>
          </p:cNvPr>
          <p:cNvSpPr>
            <a:spLocks noGrp="1"/>
          </p:cNvSpPr>
          <p:nvPr>
            <p:ph type="body" idx="1" hasCustomPrompt="1"/>
          </p:nvPr>
        </p:nvSpPr>
        <p:spPr>
          <a:xfrm>
            <a:off x="836612" y="1806039"/>
            <a:ext cx="5157787" cy="584548"/>
          </a:xfrm>
        </p:spPr>
        <p:txBody>
          <a:bodyPr rtlCol="0"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Щелкните, чтобы изменить стили текста образца слайда</a:t>
            </a:r>
          </a:p>
        </p:txBody>
      </p:sp>
      <p:sp>
        <p:nvSpPr>
          <p:cNvPr id="4" name="Объект 3">
            <a:extLst>
              <a:ext uri="{FF2B5EF4-FFF2-40B4-BE49-F238E27FC236}">
                <a16:creationId xmlns:a16="http://schemas.microsoft.com/office/drawing/2014/main" id="{E545328A-A6CB-4A40-806F-E68606FC7CFB}"/>
              </a:ext>
            </a:extLst>
          </p:cNvPr>
          <p:cNvSpPr>
            <a:spLocks noGrp="1"/>
          </p:cNvSpPr>
          <p:nvPr>
            <p:ph sz="half" idx="2" hasCustomPrompt="1"/>
          </p:nvPr>
        </p:nvSpPr>
        <p:spPr>
          <a:xfrm>
            <a:off x="839788" y="2390588"/>
            <a:ext cx="5157787" cy="3751268"/>
          </a:xfrm>
        </p:spPr>
        <p:txBody>
          <a:bodyPr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Текст 4">
            <a:extLst>
              <a:ext uri="{FF2B5EF4-FFF2-40B4-BE49-F238E27FC236}">
                <a16:creationId xmlns:a16="http://schemas.microsoft.com/office/drawing/2014/main" id="{12730D26-BCC4-4CE4-9273-69B4E36D39FC}"/>
              </a:ext>
            </a:extLst>
          </p:cNvPr>
          <p:cNvSpPr>
            <a:spLocks noGrp="1"/>
          </p:cNvSpPr>
          <p:nvPr>
            <p:ph type="body" sz="quarter" idx="3" hasCustomPrompt="1"/>
          </p:nvPr>
        </p:nvSpPr>
        <p:spPr>
          <a:xfrm>
            <a:off x="6169024" y="1806038"/>
            <a:ext cx="5183188" cy="584549"/>
          </a:xfrm>
        </p:spPr>
        <p:txBody>
          <a:bodyPr rtlCol="0"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Щелкните, чтобы изменить стили текста образца слайда</a:t>
            </a:r>
          </a:p>
        </p:txBody>
      </p:sp>
      <p:sp>
        <p:nvSpPr>
          <p:cNvPr id="6" name="Объект 5">
            <a:extLst>
              <a:ext uri="{FF2B5EF4-FFF2-40B4-BE49-F238E27FC236}">
                <a16:creationId xmlns:a16="http://schemas.microsoft.com/office/drawing/2014/main" id="{9D832694-AE69-4399-B6B4-3F0CBD297CD8}"/>
              </a:ext>
            </a:extLst>
          </p:cNvPr>
          <p:cNvSpPr>
            <a:spLocks noGrp="1"/>
          </p:cNvSpPr>
          <p:nvPr>
            <p:ph sz="quarter" idx="4" hasCustomPrompt="1"/>
          </p:nvPr>
        </p:nvSpPr>
        <p:spPr>
          <a:xfrm>
            <a:off x="6169024" y="2390588"/>
            <a:ext cx="5183188" cy="3751268"/>
          </a:xfrm>
        </p:spPr>
        <p:txBody>
          <a:bodyPr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cxnSp>
        <p:nvCxnSpPr>
          <p:cNvPr id="12" name="Прямая соединительная линия 11">
            <a:extLst>
              <a:ext uri="{FF2B5EF4-FFF2-40B4-BE49-F238E27FC236}">
                <a16:creationId xmlns:a16="http://schemas.microsoft.com/office/drawing/2014/main" id="{1E4C2C4B-8E48-4589-91AA-FDF1F137A26C}"/>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1" name="Дата 3">
            <a:extLst>
              <a:ext uri="{FF2B5EF4-FFF2-40B4-BE49-F238E27FC236}">
                <a16:creationId xmlns:a16="http://schemas.microsoft.com/office/drawing/2014/main" id="{C1B2486D-C49D-471B-8F3B-AF6048949D8A}"/>
              </a:ext>
            </a:extLst>
          </p:cNvPr>
          <p:cNvSpPr>
            <a:spLocks noGrp="1"/>
          </p:cNvSpPr>
          <p:nvPr>
            <p:ph type="dt" sz="half" idx="10"/>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13" name="Нижний колонтитул 4">
            <a:extLst>
              <a:ext uri="{FF2B5EF4-FFF2-40B4-BE49-F238E27FC236}">
                <a16:creationId xmlns:a16="http://schemas.microsoft.com/office/drawing/2014/main" id="{CF226F4B-CA41-4C71-97F3-1B7E442A2365}"/>
              </a:ext>
            </a:extLst>
          </p:cNvPr>
          <p:cNvSpPr>
            <a:spLocks noGrp="1"/>
          </p:cNvSpPr>
          <p:nvPr>
            <p:ph type="ftr" sz="quarter" idx="11"/>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14" name="Номер слайда 5">
            <a:extLst>
              <a:ext uri="{FF2B5EF4-FFF2-40B4-BE49-F238E27FC236}">
                <a16:creationId xmlns:a16="http://schemas.microsoft.com/office/drawing/2014/main" id="{0316A3FD-0E7B-4247-AA4F-93E7E99EFBFA}"/>
              </a:ext>
            </a:extLst>
          </p:cNvPr>
          <p:cNvSpPr>
            <a:spLocks noGrp="1"/>
          </p:cNvSpPr>
          <p:nvPr>
            <p:ph type="sldNum" sz="quarter" idx="12"/>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Tree>
    <p:extLst>
      <p:ext uri="{BB962C8B-B14F-4D97-AF65-F5344CB8AC3E}">
        <p14:creationId xmlns:p14="http://schemas.microsoft.com/office/powerpoint/2010/main" val="310274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Три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C6A6C1-54BB-40E1-859F-0C6DA1525727}"/>
              </a:ext>
            </a:extLst>
          </p:cNvPr>
          <p:cNvSpPr>
            <a:spLocks noGrp="1"/>
          </p:cNvSpPr>
          <p:nvPr>
            <p:ph type="title"/>
          </p:nvPr>
        </p:nvSpPr>
        <p:spPr>
          <a:xfrm>
            <a:off x="839788" y="665629"/>
            <a:ext cx="10515600" cy="818995"/>
          </a:xfrm>
        </p:spPr>
        <p:txBody>
          <a:bodyPr rtlCol="0"/>
          <a:lstStyle/>
          <a:p>
            <a:pPr rtl="0"/>
            <a:r>
              <a:rPr lang="ru-RU" noProof="0"/>
              <a:t>Образец заголовка</a:t>
            </a:r>
          </a:p>
        </p:txBody>
      </p:sp>
      <p:sp>
        <p:nvSpPr>
          <p:cNvPr id="3" name="Текст 2">
            <a:extLst>
              <a:ext uri="{FF2B5EF4-FFF2-40B4-BE49-F238E27FC236}">
                <a16:creationId xmlns:a16="http://schemas.microsoft.com/office/drawing/2014/main" id="{2A1EEBE1-2D73-4E5F-A8DD-593B79D184F6}"/>
              </a:ext>
            </a:extLst>
          </p:cNvPr>
          <p:cNvSpPr>
            <a:spLocks noGrp="1"/>
          </p:cNvSpPr>
          <p:nvPr>
            <p:ph type="body" idx="1" hasCustomPrompt="1"/>
          </p:nvPr>
        </p:nvSpPr>
        <p:spPr>
          <a:xfrm>
            <a:off x="836612" y="1806039"/>
            <a:ext cx="3200400" cy="584548"/>
          </a:xfrm>
        </p:spPr>
        <p:txBody>
          <a:bodyPr rtlCol="0"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Щелкните, чтобы изменить стили текста образца слайда</a:t>
            </a:r>
          </a:p>
        </p:txBody>
      </p:sp>
      <p:sp>
        <p:nvSpPr>
          <p:cNvPr id="4" name="Объект 3">
            <a:extLst>
              <a:ext uri="{FF2B5EF4-FFF2-40B4-BE49-F238E27FC236}">
                <a16:creationId xmlns:a16="http://schemas.microsoft.com/office/drawing/2014/main" id="{E545328A-A6CB-4A40-806F-E68606FC7CFB}"/>
              </a:ext>
            </a:extLst>
          </p:cNvPr>
          <p:cNvSpPr>
            <a:spLocks noGrp="1"/>
          </p:cNvSpPr>
          <p:nvPr>
            <p:ph sz="half" idx="2" hasCustomPrompt="1"/>
          </p:nvPr>
        </p:nvSpPr>
        <p:spPr>
          <a:xfrm>
            <a:off x="839788" y="2390588"/>
            <a:ext cx="3200400" cy="3751268"/>
          </a:xfrm>
        </p:spPr>
        <p:txBody>
          <a:bodyPr rtlCol="0">
            <a:normAutofit/>
          </a:bodyPr>
          <a:lstStyle>
            <a:lvl1pPr>
              <a:defRPr sz="2000"/>
            </a:lvl1pPr>
            <a:lvl2pPr>
              <a:defRPr sz="1600"/>
            </a:lvl2pPr>
            <a:lvl3pPr>
              <a:defRPr sz="1600"/>
            </a:lvl3pPr>
            <a:lvl4pPr>
              <a:defRPr sz="1400"/>
            </a:lvl4pPr>
            <a:lvl5pPr>
              <a:defRPr sz="140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Текст 4">
            <a:extLst>
              <a:ext uri="{FF2B5EF4-FFF2-40B4-BE49-F238E27FC236}">
                <a16:creationId xmlns:a16="http://schemas.microsoft.com/office/drawing/2014/main" id="{12730D26-BCC4-4CE4-9273-69B4E36D39FC}"/>
              </a:ext>
            </a:extLst>
          </p:cNvPr>
          <p:cNvSpPr>
            <a:spLocks noGrp="1"/>
          </p:cNvSpPr>
          <p:nvPr>
            <p:ph type="body" sz="quarter" idx="3" hasCustomPrompt="1"/>
          </p:nvPr>
        </p:nvSpPr>
        <p:spPr>
          <a:xfrm>
            <a:off x="4495800" y="1800575"/>
            <a:ext cx="3200400" cy="584549"/>
          </a:xfrm>
        </p:spPr>
        <p:txBody>
          <a:bodyPr rtlCol="0"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Щелкните, чтобы изменить стили текста образца слайда</a:t>
            </a:r>
          </a:p>
        </p:txBody>
      </p:sp>
      <p:sp>
        <p:nvSpPr>
          <p:cNvPr id="6" name="Объект 5">
            <a:extLst>
              <a:ext uri="{FF2B5EF4-FFF2-40B4-BE49-F238E27FC236}">
                <a16:creationId xmlns:a16="http://schemas.microsoft.com/office/drawing/2014/main" id="{9D832694-AE69-4399-B6B4-3F0CBD297CD8}"/>
              </a:ext>
            </a:extLst>
          </p:cNvPr>
          <p:cNvSpPr>
            <a:spLocks noGrp="1"/>
          </p:cNvSpPr>
          <p:nvPr>
            <p:ph sz="quarter" idx="4" hasCustomPrompt="1"/>
          </p:nvPr>
        </p:nvSpPr>
        <p:spPr>
          <a:xfrm>
            <a:off x="4495800" y="2385125"/>
            <a:ext cx="3200400" cy="3751268"/>
          </a:xfrm>
        </p:spPr>
        <p:txBody>
          <a:bodyPr rtlCol="0">
            <a:normAutofit/>
          </a:bodyPr>
          <a:lstStyle>
            <a:lvl1pPr>
              <a:defRPr sz="2000"/>
            </a:lvl1pPr>
            <a:lvl2pPr>
              <a:defRPr sz="1600"/>
            </a:lvl2pPr>
            <a:lvl3pPr>
              <a:defRPr sz="1600"/>
            </a:lvl3pPr>
            <a:lvl4pPr>
              <a:defRPr sz="1400"/>
            </a:lvl4pPr>
            <a:lvl5pPr>
              <a:defRPr sz="140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cxnSp>
        <p:nvCxnSpPr>
          <p:cNvPr id="12" name="Прямая соединительная линия 11">
            <a:extLst>
              <a:ext uri="{FF2B5EF4-FFF2-40B4-BE49-F238E27FC236}">
                <a16:creationId xmlns:a16="http://schemas.microsoft.com/office/drawing/2014/main" id="{1E4C2C4B-8E48-4589-91AA-FDF1F137A26C}"/>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4" name="Текст 4">
            <a:extLst>
              <a:ext uri="{FF2B5EF4-FFF2-40B4-BE49-F238E27FC236}">
                <a16:creationId xmlns:a16="http://schemas.microsoft.com/office/drawing/2014/main" id="{266A9EA3-4B2B-44BD-8135-846BF602669B}"/>
              </a:ext>
            </a:extLst>
          </p:cNvPr>
          <p:cNvSpPr>
            <a:spLocks noGrp="1"/>
          </p:cNvSpPr>
          <p:nvPr>
            <p:ph type="body" sz="quarter" idx="13" hasCustomPrompt="1"/>
          </p:nvPr>
        </p:nvSpPr>
        <p:spPr>
          <a:xfrm>
            <a:off x="8151814" y="1802952"/>
            <a:ext cx="3200400" cy="584549"/>
          </a:xfrm>
        </p:spPr>
        <p:txBody>
          <a:bodyPr rtlCol="0"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Щелкните, чтобы изменить стили текста образца слайда</a:t>
            </a:r>
          </a:p>
        </p:txBody>
      </p:sp>
      <p:sp>
        <p:nvSpPr>
          <p:cNvPr id="15" name="Объект 5">
            <a:extLst>
              <a:ext uri="{FF2B5EF4-FFF2-40B4-BE49-F238E27FC236}">
                <a16:creationId xmlns:a16="http://schemas.microsoft.com/office/drawing/2014/main" id="{01C28FB9-37EE-45F6-9277-9FEC0E6CEB23}"/>
              </a:ext>
            </a:extLst>
          </p:cNvPr>
          <p:cNvSpPr>
            <a:spLocks noGrp="1"/>
          </p:cNvSpPr>
          <p:nvPr>
            <p:ph sz="quarter" idx="14" hasCustomPrompt="1"/>
          </p:nvPr>
        </p:nvSpPr>
        <p:spPr>
          <a:xfrm>
            <a:off x="8151814" y="2387502"/>
            <a:ext cx="3200400" cy="3751268"/>
          </a:xfrm>
        </p:spPr>
        <p:txBody>
          <a:bodyPr rtlCol="0">
            <a:normAutofit/>
          </a:bodyPr>
          <a:lstStyle>
            <a:lvl1pPr>
              <a:defRPr sz="2000"/>
            </a:lvl1pPr>
            <a:lvl2pPr>
              <a:defRPr sz="1600"/>
            </a:lvl2pPr>
            <a:lvl3pPr>
              <a:defRPr sz="1600"/>
            </a:lvl3pPr>
            <a:lvl4pPr>
              <a:defRPr sz="1400"/>
            </a:lvl4pPr>
            <a:lvl5pPr>
              <a:defRPr sz="140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13" name="Дата 3">
            <a:extLst>
              <a:ext uri="{FF2B5EF4-FFF2-40B4-BE49-F238E27FC236}">
                <a16:creationId xmlns:a16="http://schemas.microsoft.com/office/drawing/2014/main" id="{5965917B-0400-40F0-91DA-4F97FE7238EB}"/>
              </a:ext>
            </a:extLst>
          </p:cNvPr>
          <p:cNvSpPr>
            <a:spLocks noGrp="1"/>
          </p:cNvSpPr>
          <p:nvPr>
            <p:ph type="dt" sz="half" idx="15"/>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16" name="Нижний колонтитул 4">
            <a:extLst>
              <a:ext uri="{FF2B5EF4-FFF2-40B4-BE49-F238E27FC236}">
                <a16:creationId xmlns:a16="http://schemas.microsoft.com/office/drawing/2014/main" id="{564A176B-530D-46DF-8C22-CB3E325D3F2B}"/>
              </a:ext>
            </a:extLst>
          </p:cNvPr>
          <p:cNvSpPr>
            <a:spLocks noGrp="1"/>
          </p:cNvSpPr>
          <p:nvPr>
            <p:ph type="ftr" sz="quarter" idx="16"/>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17" name="Номер слайда 5">
            <a:extLst>
              <a:ext uri="{FF2B5EF4-FFF2-40B4-BE49-F238E27FC236}">
                <a16:creationId xmlns:a16="http://schemas.microsoft.com/office/drawing/2014/main" id="{464458CC-87E8-440C-A9E9-D8E1E0B49373}"/>
              </a:ext>
            </a:extLst>
          </p:cNvPr>
          <p:cNvSpPr>
            <a:spLocks noGrp="1"/>
          </p:cNvSpPr>
          <p:nvPr>
            <p:ph type="sldNum" sz="quarter" idx="17"/>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Tree>
    <p:extLst>
      <p:ext uri="{BB962C8B-B14F-4D97-AF65-F5344CB8AC3E}">
        <p14:creationId xmlns:p14="http://schemas.microsoft.com/office/powerpoint/2010/main" val="3973501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Краткая информация">
    <p:spTree>
      <p:nvGrpSpPr>
        <p:cNvPr id="1" name=""/>
        <p:cNvGrpSpPr/>
        <p:nvPr/>
      </p:nvGrpSpPr>
      <p:grpSpPr>
        <a:xfrm>
          <a:off x="0" y="0"/>
          <a:ext cx="0" cy="0"/>
          <a:chOff x="0" y="0"/>
          <a:chExt cx="0" cy="0"/>
        </a:xfrm>
      </p:grpSpPr>
      <p:sp useBgFill="1">
        <p:nvSpPr>
          <p:cNvPr id="5" name="Прямоугольник 4">
            <a:extLst>
              <a:ext uri="{FF2B5EF4-FFF2-40B4-BE49-F238E27FC236}">
                <a16:creationId xmlns:a16="http://schemas.microsoft.com/office/drawing/2014/main" id="{66D479CE-2DE1-4800-948F-385C3CF2080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6" name="Заголовок 7">
            <a:extLst>
              <a:ext uri="{FF2B5EF4-FFF2-40B4-BE49-F238E27FC236}">
                <a16:creationId xmlns:a16="http://schemas.microsoft.com/office/drawing/2014/main" id="{F2DE27B3-A066-47FC-9ACB-6CB080C41199}"/>
              </a:ext>
            </a:extLst>
          </p:cNvPr>
          <p:cNvSpPr>
            <a:spLocks noGrp="1"/>
          </p:cNvSpPr>
          <p:nvPr>
            <p:ph type="title"/>
          </p:nvPr>
        </p:nvSpPr>
        <p:spPr>
          <a:xfrm>
            <a:off x="647701" y="1375939"/>
            <a:ext cx="5448300" cy="1240966"/>
          </a:xfrm>
        </p:spPr>
        <p:txBody>
          <a:bodyPr rtlCol="0" anchor="ctr">
            <a:normAutofit/>
          </a:bodyPr>
          <a:lstStyle>
            <a:lvl1pPr algn="l">
              <a:defRPr/>
            </a:lvl1pPr>
          </a:lstStyle>
          <a:p>
            <a:pPr algn="ctr" rtl="0"/>
            <a:endParaRPr lang="ru-RU" noProof="0" dirty="0"/>
          </a:p>
        </p:txBody>
      </p:sp>
      <p:sp>
        <p:nvSpPr>
          <p:cNvPr id="8" name="Объект 8">
            <a:extLst>
              <a:ext uri="{FF2B5EF4-FFF2-40B4-BE49-F238E27FC236}">
                <a16:creationId xmlns:a16="http://schemas.microsoft.com/office/drawing/2014/main" id="{0B2E2283-471F-4157-98F4-1943DA10BBDB}"/>
              </a:ext>
            </a:extLst>
          </p:cNvPr>
          <p:cNvSpPr>
            <a:spLocks noGrp="1"/>
          </p:cNvSpPr>
          <p:nvPr>
            <p:ph idx="1"/>
          </p:nvPr>
        </p:nvSpPr>
        <p:spPr>
          <a:xfrm>
            <a:off x="635001" y="2688119"/>
            <a:ext cx="5115674" cy="3507457"/>
          </a:xfrm>
        </p:spPr>
        <p:txBody>
          <a:bodyPr rtlCol="0">
            <a:normAutofit/>
          </a:bodyPr>
          <a:lstStyle>
            <a:lvl1pPr marL="0" indent="0">
              <a:buNone/>
              <a:defRPr/>
            </a:lvl1pPr>
          </a:lstStyle>
          <a:p>
            <a:pPr rtl="0"/>
            <a:endParaRPr lang="ru-RU" noProof="0" dirty="0"/>
          </a:p>
        </p:txBody>
      </p:sp>
      <p:sp>
        <p:nvSpPr>
          <p:cNvPr id="12" name="Рисунок 11">
            <a:extLst>
              <a:ext uri="{FF2B5EF4-FFF2-40B4-BE49-F238E27FC236}">
                <a16:creationId xmlns:a16="http://schemas.microsoft.com/office/drawing/2014/main" id="{0F58127D-BBD9-4655-BEA6-9102178578CA}"/>
              </a:ext>
            </a:extLst>
          </p:cNvPr>
          <p:cNvSpPr>
            <a:spLocks noGrp="1"/>
          </p:cNvSpPr>
          <p:nvPr>
            <p:ph type="pic" sz="quarter" idx="13"/>
          </p:nvPr>
        </p:nvSpPr>
        <p:spPr>
          <a:xfrm>
            <a:off x="6748272" y="658368"/>
            <a:ext cx="4809744" cy="2606040"/>
          </a:xfrm>
          <a:solidFill>
            <a:schemeClr val="bg2">
              <a:lumMod val="50000"/>
              <a:lumOff val="50000"/>
            </a:schemeClr>
          </a:solidFill>
        </p:spPr>
        <p:txBody>
          <a:bodyPr rtlCol="0"/>
          <a:lstStyle/>
          <a:p>
            <a:pPr rtl="0"/>
            <a:endParaRPr lang="ru-RU" noProof="0" dirty="0"/>
          </a:p>
        </p:txBody>
      </p:sp>
      <p:sp>
        <p:nvSpPr>
          <p:cNvPr id="13" name="Рисунок 11">
            <a:extLst>
              <a:ext uri="{FF2B5EF4-FFF2-40B4-BE49-F238E27FC236}">
                <a16:creationId xmlns:a16="http://schemas.microsoft.com/office/drawing/2014/main" id="{C4E959CE-E323-4F7E-9D53-6DE5DD86507E}"/>
              </a:ext>
            </a:extLst>
          </p:cNvPr>
          <p:cNvSpPr>
            <a:spLocks noGrp="1"/>
          </p:cNvSpPr>
          <p:nvPr>
            <p:ph type="pic" sz="quarter" idx="14"/>
          </p:nvPr>
        </p:nvSpPr>
        <p:spPr>
          <a:xfrm>
            <a:off x="6748272" y="3584448"/>
            <a:ext cx="4809744" cy="2606040"/>
          </a:xfrm>
          <a:solidFill>
            <a:schemeClr val="bg2">
              <a:lumMod val="50000"/>
              <a:lumOff val="50000"/>
            </a:schemeClr>
          </a:solidFill>
        </p:spPr>
        <p:txBody>
          <a:bodyPr rtlCol="0"/>
          <a:lstStyle/>
          <a:p>
            <a:pPr rtl="0"/>
            <a:endParaRPr lang="ru-RU" noProof="0" dirty="0"/>
          </a:p>
        </p:txBody>
      </p:sp>
      <p:sp>
        <p:nvSpPr>
          <p:cNvPr id="15" name="Свободная форма: Фигура 14">
            <a:extLst>
              <a:ext uri="{FF2B5EF4-FFF2-40B4-BE49-F238E27FC236}">
                <a16:creationId xmlns:a16="http://schemas.microsoft.com/office/drawing/2014/main" id="{65F4C50B-50BD-44F1-9148-992E83F5B874}"/>
              </a:ext>
              <a:ext uri="{C183D7F6-B498-43B3-948B-1728B52AA6E4}">
                <adec:decorative xmlns:adec="http://schemas.microsoft.com/office/drawing/2017/decorative" val="1"/>
              </a:ext>
            </a:extLst>
          </p:cNvPr>
          <p:cNvSpPr/>
          <p:nvPr userDrawn="1"/>
        </p:nvSpPr>
        <p:spPr>
          <a:xfrm flipH="1">
            <a:off x="825809" y="63219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pPr rtl="0"/>
            <a:endParaRPr lang="ru-RU" noProof="0" dirty="0"/>
          </a:p>
        </p:txBody>
      </p:sp>
      <p:sp>
        <p:nvSpPr>
          <p:cNvPr id="20" name="Дата 3">
            <a:extLst>
              <a:ext uri="{FF2B5EF4-FFF2-40B4-BE49-F238E27FC236}">
                <a16:creationId xmlns:a16="http://schemas.microsoft.com/office/drawing/2014/main" id="{9764E3EF-900F-4400-84C4-63FBEBB8794A}"/>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dirty="0"/>
              <a:t>20ГГ</a:t>
            </a:r>
          </a:p>
        </p:txBody>
      </p:sp>
      <p:sp>
        <p:nvSpPr>
          <p:cNvPr id="21" name="Нижний колонтитул 4">
            <a:extLst>
              <a:ext uri="{FF2B5EF4-FFF2-40B4-BE49-F238E27FC236}">
                <a16:creationId xmlns:a16="http://schemas.microsoft.com/office/drawing/2014/main" id="{3E1CB21E-42E2-4942-BCAD-66952AABB826}"/>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dirty="0"/>
              <a:t>Пример текста</a:t>
            </a:r>
          </a:p>
        </p:txBody>
      </p:sp>
      <p:sp>
        <p:nvSpPr>
          <p:cNvPr id="22" name="Номер слайда 5">
            <a:extLst>
              <a:ext uri="{FF2B5EF4-FFF2-40B4-BE49-F238E27FC236}">
                <a16:creationId xmlns:a16="http://schemas.microsoft.com/office/drawing/2014/main" id="{ABDF6841-1F86-481B-A857-4E5AC2672605}"/>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dirty="0"/>
          </a:p>
        </p:txBody>
      </p:sp>
    </p:spTree>
    <p:extLst>
      <p:ext uri="{BB962C8B-B14F-4D97-AF65-F5344CB8AC3E}">
        <p14:creationId xmlns:p14="http://schemas.microsoft.com/office/powerpoint/2010/main" val="3894128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Заключение">
    <p:spTree>
      <p:nvGrpSpPr>
        <p:cNvPr id="1" name=""/>
        <p:cNvGrpSpPr/>
        <p:nvPr/>
      </p:nvGrpSpPr>
      <p:grpSpPr>
        <a:xfrm>
          <a:off x="0" y="0"/>
          <a:ext cx="0" cy="0"/>
          <a:chOff x="0" y="0"/>
          <a:chExt cx="0" cy="0"/>
        </a:xfrm>
      </p:grpSpPr>
      <p:sp useBgFill="1">
        <p:nvSpPr>
          <p:cNvPr id="5" name="Прямоугольник 4">
            <a:extLst>
              <a:ext uri="{FF2B5EF4-FFF2-40B4-BE49-F238E27FC236}">
                <a16:creationId xmlns:a16="http://schemas.microsoft.com/office/drawing/2014/main" id="{2FD219BD-0F2E-4CDF-AEB4-C1D73E0F1DCA}"/>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6" name="Заголовок 15">
            <a:extLst>
              <a:ext uri="{FF2B5EF4-FFF2-40B4-BE49-F238E27FC236}">
                <a16:creationId xmlns:a16="http://schemas.microsoft.com/office/drawing/2014/main" id="{1A909C9B-71E1-4575-BD94-8C51142F0AB6}"/>
              </a:ext>
            </a:extLst>
          </p:cNvPr>
          <p:cNvSpPr>
            <a:spLocks noGrp="1"/>
          </p:cNvSpPr>
          <p:nvPr>
            <p:ph type="title"/>
          </p:nvPr>
        </p:nvSpPr>
        <p:spPr>
          <a:xfrm>
            <a:off x="485775" y="647700"/>
            <a:ext cx="3680395" cy="1403343"/>
          </a:xfrm>
        </p:spPr>
        <p:txBody>
          <a:bodyPr rtlCol="0" anchor="ctr">
            <a:normAutofit/>
          </a:bodyPr>
          <a:lstStyle>
            <a:lvl1pPr algn="ctr">
              <a:defRPr/>
            </a:lvl1pPr>
          </a:lstStyle>
          <a:p>
            <a:pPr algn="ctr" rtl="0"/>
            <a:endParaRPr lang="ru-RU" noProof="0" dirty="0"/>
          </a:p>
        </p:txBody>
      </p:sp>
      <p:sp>
        <p:nvSpPr>
          <p:cNvPr id="8" name="Объект 16">
            <a:extLst>
              <a:ext uri="{FF2B5EF4-FFF2-40B4-BE49-F238E27FC236}">
                <a16:creationId xmlns:a16="http://schemas.microsoft.com/office/drawing/2014/main" id="{3B6580BC-B32B-4393-8B19-2B3F6B90F37D}"/>
              </a:ext>
            </a:extLst>
          </p:cNvPr>
          <p:cNvSpPr>
            <a:spLocks noGrp="1"/>
          </p:cNvSpPr>
          <p:nvPr>
            <p:ph idx="1"/>
          </p:nvPr>
        </p:nvSpPr>
        <p:spPr>
          <a:xfrm>
            <a:off x="647701" y="2683104"/>
            <a:ext cx="3364358" cy="3673245"/>
          </a:xfrm>
        </p:spPr>
        <p:txBody>
          <a:bodyPr rtlCol="0">
            <a:normAutofit/>
          </a:bodyPr>
          <a:lstStyle>
            <a:lvl1pPr marL="0" indent="0" algn="ctr">
              <a:buNone/>
              <a:defRPr/>
            </a:lvl1pPr>
          </a:lstStyle>
          <a:p>
            <a:pPr rtl="0"/>
            <a:endParaRPr lang="ru-RU" noProof="0" dirty="0"/>
          </a:p>
        </p:txBody>
      </p:sp>
      <p:sp>
        <p:nvSpPr>
          <p:cNvPr id="2" name="Дата 1">
            <a:extLst>
              <a:ext uri="{FF2B5EF4-FFF2-40B4-BE49-F238E27FC236}">
                <a16:creationId xmlns:a16="http://schemas.microsoft.com/office/drawing/2014/main" id="{5E316BEC-AB1A-4058-9324-07F332198D4C}"/>
              </a:ext>
            </a:extLst>
          </p:cNvPr>
          <p:cNvSpPr>
            <a:spLocks noGrp="1"/>
          </p:cNvSpPr>
          <p:nvPr>
            <p:ph type="dt" sz="half" idx="10"/>
          </p:nvPr>
        </p:nvSpPr>
        <p:spPr/>
        <p:txBody>
          <a:bodyPr rtlCol="0"/>
          <a:lstStyle/>
          <a:p>
            <a:pPr rtl="0"/>
            <a:r>
              <a:rPr lang="ru-RU" noProof="0" dirty="0"/>
              <a:t>20ГГ</a:t>
            </a:r>
          </a:p>
        </p:txBody>
      </p:sp>
      <p:sp>
        <p:nvSpPr>
          <p:cNvPr id="11" name="Рисунок 10">
            <a:extLst>
              <a:ext uri="{FF2B5EF4-FFF2-40B4-BE49-F238E27FC236}">
                <a16:creationId xmlns:a16="http://schemas.microsoft.com/office/drawing/2014/main" id="{CB07FB4E-AACE-4322-82D4-4DA4A8161644}"/>
              </a:ext>
            </a:extLst>
          </p:cNvPr>
          <p:cNvSpPr>
            <a:spLocks noGrp="1"/>
          </p:cNvSpPr>
          <p:nvPr>
            <p:ph type="pic" sz="quarter" idx="13"/>
          </p:nvPr>
        </p:nvSpPr>
        <p:spPr>
          <a:xfrm>
            <a:off x="4575048" y="0"/>
            <a:ext cx="7616952" cy="6858000"/>
          </a:xfrm>
          <a:solidFill>
            <a:schemeClr val="bg2">
              <a:lumMod val="50000"/>
              <a:lumOff val="50000"/>
            </a:schemeClr>
          </a:solidFill>
        </p:spPr>
        <p:txBody>
          <a:bodyPr rtlCol="0"/>
          <a:lstStyle/>
          <a:p>
            <a:pPr rtl="0"/>
            <a:endParaRPr lang="ru-RU" noProof="0" dirty="0"/>
          </a:p>
        </p:txBody>
      </p:sp>
      <p:sp>
        <p:nvSpPr>
          <p:cNvPr id="3" name="Нижний колонтитул 2">
            <a:extLst>
              <a:ext uri="{FF2B5EF4-FFF2-40B4-BE49-F238E27FC236}">
                <a16:creationId xmlns:a16="http://schemas.microsoft.com/office/drawing/2014/main" id="{640DE4BD-38C7-497D-AE63-0EC22E333932}"/>
              </a:ext>
            </a:extLst>
          </p:cNvPr>
          <p:cNvSpPr>
            <a:spLocks noGrp="1"/>
          </p:cNvSpPr>
          <p:nvPr>
            <p:ph type="ftr" sz="quarter" idx="11"/>
          </p:nvPr>
        </p:nvSpPr>
        <p:spPr/>
        <p:txBody>
          <a:bodyPr rtlCol="0"/>
          <a:lstStyle/>
          <a:p>
            <a:pPr rtl="0"/>
            <a:r>
              <a:rPr lang="ru-RU" noProof="0" dirty="0"/>
              <a:t>Пример текста</a:t>
            </a:r>
          </a:p>
        </p:txBody>
      </p:sp>
      <p:sp>
        <p:nvSpPr>
          <p:cNvPr id="4" name="Номер слайда 3">
            <a:extLst>
              <a:ext uri="{FF2B5EF4-FFF2-40B4-BE49-F238E27FC236}">
                <a16:creationId xmlns:a16="http://schemas.microsoft.com/office/drawing/2014/main" id="{3EDD80C8-9EBF-4D2D-A9FA-CC9421EAAB93}"/>
              </a:ext>
            </a:extLst>
          </p:cNvPr>
          <p:cNvSpPr>
            <a:spLocks noGrp="1"/>
          </p:cNvSpPr>
          <p:nvPr>
            <p:ph type="sldNum" sz="quarter" idx="12"/>
          </p:nvPr>
        </p:nvSpPr>
        <p:spPr/>
        <p:txBody>
          <a:bodyPr rtlCol="0"/>
          <a:lstStyle/>
          <a:p>
            <a:pPr rtl="0"/>
            <a:fld id="{AE208ADF-3ADD-483D-A721-14E3EEE2C135}" type="slidenum">
              <a:rPr lang="ru-RU" noProof="0" smtClean="0"/>
              <a:t>‹#›</a:t>
            </a:fld>
            <a:endParaRPr lang="ru-RU" noProof="0" dirty="0"/>
          </a:p>
        </p:txBody>
      </p:sp>
      <p:cxnSp>
        <p:nvCxnSpPr>
          <p:cNvPr id="7" name="Прямая соединительная линия 6">
            <a:extLst>
              <a:ext uri="{FF2B5EF4-FFF2-40B4-BE49-F238E27FC236}">
                <a16:creationId xmlns:a16="http://schemas.microsoft.com/office/drawing/2014/main" id="{F4CA4665-3BE9-407E-884C-8EA287083C20}"/>
              </a:ext>
              <a:ext uri="{C183D7F6-B498-43B3-948B-1728B52AA6E4}">
                <adec:decorative xmlns:adec="http://schemas.microsoft.com/office/drawing/2017/decorative" val="1"/>
              </a:ext>
            </a:extLst>
          </p:cNvPr>
          <p:cNvCxnSpPr>
            <a:cxnSpLocks/>
          </p:cNvCxnSpPr>
          <p:nvPr userDrawn="1"/>
        </p:nvCxnSpPr>
        <p:spPr>
          <a:xfrm>
            <a:off x="1152099" y="2302005"/>
            <a:ext cx="2253018" cy="0"/>
          </a:xfrm>
          <a:prstGeom prst="line">
            <a:avLst/>
          </a:prstGeom>
          <a:ln w="19050">
            <a:solidFill>
              <a:schemeClr val="accent1">
                <a:lumMod val="75000"/>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069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E81C62-6E66-44D5-83D2-BADCC7373CD2}"/>
              </a:ext>
            </a:extLst>
          </p:cNvPr>
          <p:cNvSpPr>
            <a:spLocks noGrp="1"/>
          </p:cNvSpPr>
          <p:nvPr>
            <p:ph type="ctrTitle"/>
          </p:nvPr>
        </p:nvSpPr>
        <p:spPr>
          <a:xfrm>
            <a:off x="1838113" y="2851343"/>
            <a:ext cx="8490581" cy="1746195"/>
          </a:xfrm>
        </p:spPr>
        <p:txBody>
          <a:bodyPr rtlCol="0" anchor="b">
            <a:normAutofit/>
          </a:bodyPr>
          <a:lstStyle>
            <a:lvl1pPr algn="ctr">
              <a:lnSpc>
                <a:spcPct val="90000"/>
              </a:lnSpc>
              <a:defRPr sz="4400"/>
            </a:lvl1pPr>
          </a:lstStyle>
          <a:p>
            <a:pPr rtl="0"/>
            <a:r>
              <a:rPr lang="ru-RU" noProof="0"/>
              <a:t>Образец заголовка</a:t>
            </a:r>
          </a:p>
        </p:txBody>
      </p:sp>
      <p:sp>
        <p:nvSpPr>
          <p:cNvPr id="3" name="Подзаголовок 2">
            <a:extLst>
              <a:ext uri="{FF2B5EF4-FFF2-40B4-BE49-F238E27FC236}">
                <a16:creationId xmlns:a16="http://schemas.microsoft.com/office/drawing/2014/main" id="{560A7876-9D0C-4685-8088-6FED23C9B8F7}"/>
              </a:ext>
            </a:extLst>
          </p:cNvPr>
          <p:cNvSpPr>
            <a:spLocks noGrp="1"/>
          </p:cNvSpPr>
          <p:nvPr>
            <p:ph type="subTitle" idx="1"/>
          </p:nvPr>
        </p:nvSpPr>
        <p:spPr>
          <a:xfrm>
            <a:off x="2767350" y="4846921"/>
            <a:ext cx="6632107" cy="951488"/>
          </a:xfrm>
        </p:spPr>
        <p:txBody>
          <a:bodyPr rtlCol="0">
            <a:normAutofit/>
          </a:bodyPr>
          <a:lstStyle>
            <a:lvl1pPr marL="0" indent="0" algn="ctr">
              <a:lnSpc>
                <a:spcPct val="150000"/>
              </a:lnSpc>
              <a:buNone/>
              <a:defRPr sz="1600" cap="all" spc="600" baseline="0">
                <a:solidFill>
                  <a:schemeClr val="tx2">
                    <a:alpha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p>
        </p:txBody>
      </p:sp>
      <p:sp>
        <p:nvSpPr>
          <p:cNvPr id="13" name="Свободная форма: Фигура 12">
            <a:extLst>
              <a:ext uri="{FF2B5EF4-FFF2-40B4-BE49-F238E27FC236}">
                <a16:creationId xmlns:a16="http://schemas.microsoft.com/office/drawing/2014/main" id="{1E679A24-160E-440A-9984-8923BC4B8DD8}"/>
              </a:ext>
            </a:extLst>
          </p:cNvPr>
          <p:cNvSpPr/>
          <p:nvPr/>
        </p:nvSpPr>
        <p:spPr>
          <a:xfrm rot="20618895" flipH="1">
            <a:off x="5561167" y="1911565"/>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pPr rtl="0"/>
            <a:endParaRPr lang="ru-RU" noProof="0"/>
          </a:p>
        </p:txBody>
      </p:sp>
    </p:spTree>
    <p:extLst>
      <p:ext uri="{BB962C8B-B14F-4D97-AF65-F5344CB8AC3E}">
        <p14:creationId xmlns:p14="http://schemas.microsoft.com/office/powerpoint/2010/main" val="4265066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E26100-27A9-4A24-9347-29B6A9BA46D8}"/>
              </a:ext>
            </a:extLst>
          </p:cNvPr>
          <p:cNvSpPr>
            <a:spLocks noGrp="1"/>
          </p:cNvSpPr>
          <p:nvPr>
            <p:ph type="title"/>
          </p:nvPr>
        </p:nvSpPr>
        <p:spPr>
          <a:xfrm>
            <a:off x="831850" y="1709738"/>
            <a:ext cx="10515600" cy="3117186"/>
          </a:xfrm>
        </p:spPr>
        <p:txBody>
          <a:bodyPr rtlCol="0" anchor="b">
            <a:normAutofit/>
          </a:bodyPr>
          <a:lstStyle>
            <a:lvl1pPr>
              <a:defRPr sz="4800"/>
            </a:lvl1pPr>
          </a:lstStyle>
          <a:p>
            <a:pPr rtl="0"/>
            <a:r>
              <a:rPr lang="ru-RU" noProof="0"/>
              <a:t>Образец заголовка</a:t>
            </a:r>
          </a:p>
        </p:txBody>
      </p:sp>
      <p:sp>
        <p:nvSpPr>
          <p:cNvPr id="3" name="Текст 2">
            <a:extLst>
              <a:ext uri="{FF2B5EF4-FFF2-40B4-BE49-F238E27FC236}">
                <a16:creationId xmlns:a16="http://schemas.microsoft.com/office/drawing/2014/main" id="{59A350C3-3185-4A0E-9E1F-504D7E6E0D11}"/>
              </a:ext>
            </a:extLst>
          </p:cNvPr>
          <p:cNvSpPr>
            <a:spLocks noGrp="1"/>
          </p:cNvSpPr>
          <p:nvPr>
            <p:ph type="body" idx="1" hasCustomPrompt="1"/>
          </p:nvPr>
        </p:nvSpPr>
        <p:spPr>
          <a:xfrm>
            <a:off x="831850" y="4826924"/>
            <a:ext cx="10515600" cy="1262726"/>
          </a:xfrm>
        </p:spPr>
        <p:txBody>
          <a:bodyPr rtlCol="0"/>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u-RU" noProof="0"/>
              <a:t>Щелкните, чтобы изменить стили текста образца слайда</a:t>
            </a:r>
          </a:p>
        </p:txBody>
      </p:sp>
    </p:spTree>
    <p:extLst>
      <p:ext uri="{BB962C8B-B14F-4D97-AF65-F5344CB8AC3E}">
        <p14:creationId xmlns:p14="http://schemas.microsoft.com/office/powerpoint/2010/main" val="2247571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13902F6-08C1-4F71-90D1-FCA6563ECE29}"/>
              </a:ext>
            </a:extLst>
          </p:cNvPr>
          <p:cNvSpPr>
            <a:spLocks noGrp="1"/>
          </p:cNvSpPr>
          <p:nvPr>
            <p:ph sz="half" idx="1" hasCustomPrompt="1"/>
          </p:nvPr>
        </p:nvSpPr>
        <p:spPr>
          <a:xfrm>
            <a:off x="838200" y="1811756"/>
            <a:ext cx="5181600" cy="4365207"/>
          </a:xfrm>
        </p:spPr>
        <p:txBody>
          <a:bodyPr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Объект 3">
            <a:extLst>
              <a:ext uri="{FF2B5EF4-FFF2-40B4-BE49-F238E27FC236}">
                <a16:creationId xmlns:a16="http://schemas.microsoft.com/office/drawing/2014/main" id="{49FB0FE5-5497-4854-B57F-7955ADCBCDA4}"/>
              </a:ext>
            </a:extLst>
          </p:cNvPr>
          <p:cNvSpPr>
            <a:spLocks noGrp="1"/>
          </p:cNvSpPr>
          <p:nvPr>
            <p:ph sz="half" idx="2" hasCustomPrompt="1"/>
          </p:nvPr>
        </p:nvSpPr>
        <p:spPr>
          <a:xfrm>
            <a:off x="6172200" y="1811756"/>
            <a:ext cx="5181600" cy="4365207"/>
          </a:xfrm>
        </p:spPr>
        <p:txBody>
          <a:bodyPr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2" name="Заголовок 1">
            <a:extLst>
              <a:ext uri="{FF2B5EF4-FFF2-40B4-BE49-F238E27FC236}">
                <a16:creationId xmlns:a16="http://schemas.microsoft.com/office/drawing/2014/main" id="{3BB698B4-B17B-4FAB-894D-5400BDEC9891}"/>
              </a:ext>
            </a:extLst>
          </p:cNvPr>
          <p:cNvSpPr>
            <a:spLocks noGrp="1"/>
          </p:cNvSpPr>
          <p:nvPr>
            <p:ph type="title"/>
          </p:nvPr>
        </p:nvSpPr>
        <p:spPr/>
        <p:txBody>
          <a:bodyPr rtlCol="0"/>
          <a:lstStyle/>
          <a:p>
            <a:pPr rtl="0"/>
            <a:r>
              <a:rPr lang="ru-RU" noProof="0"/>
              <a:t>Образец заголовка</a:t>
            </a:r>
          </a:p>
        </p:txBody>
      </p:sp>
      <p:cxnSp>
        <p:nvCxnSpPr>
          <p:cNvPr id="17" name="Прямая соединительная линия 16">
            <a:extLst>
              <a:ext uri="{FF2B5EF4-FFF2-40B4-BE49-F238E27FC236}">
                <a16:creationId xmlns:a16="http://schemas.microsoft.com/office/drawing/2014/main" id="{FBF5B355-1608-4ECA-8C03-3ABD722BC611}"/>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868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758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D37465-F6D9-414A-9829-B2793D3A51BE}"/>
              </a:ext>
            </a:extLst>
          </p:cNvPr>
          <p:cNvSpPr>
            <a:spLocks noGrp="1"/>
          </p:cNvSpPr>
          <p:nvPr>
            <p:ph type="title"/>
          </p:nvPr>
        </p:nvSpPr>
        <p:spPr>
          <a:xfrm>
            <a:off x="839788" y="647698"/>
            <a:ext cx="4061821" cy="1558558"/>
          </a:xfrm>
        </p:spPr>
        <p:txBody>
          <a:bodyPr rtlCol="0" anchor="b"/>
          <a:lstStyle>
            <a:lvl1pPr>
              <a:defRPr sz="3200"/>
            </a:lvl1pPr>
          </a:lstStyle>
          <a:p>
            <a:pPr rtl="0"/>
            <a:r>
              <a:rPr lang="ru-RU" noProof="0"/>
              <a:t>Образец заголовка</a:t>
            </a:r>
          </a:p>
        </p:txBody>
      </p:sp>
      <p:sp>
        <p:nvSpPr>
          <p:cNvPr id="3" name="Объект 2">
            <a:extLst>
              <a:ext uri="{FF2B5EF4-FFF2-40B4-BE49-F238E27FC236}">
                <a16:creationId xmlns:a16="http://schemas.microsoft.com/office/drawing/2014/main" id="{DD635B2F-EF96-4A99-8082-911D63A37A0A}"/>
              </a:ext>
            </a:extLst>
          </p:cNvPr>
          <p:cNvSpPr>
            <a:spLocks noGrp="1"/>
          </p:cNvSpPr>
          <p:nvPr>
            <p:ph idx="1" hasCustomPrompt="1"/>
          </p:nvPr>
        </p:nvSpPr>
        <p:spPr>
          <a:xfrm>
            <a:off x="5183188" y="647699"/>
            <a:ext cx="6172200" cy="5213351"/>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Текст 3">
            <a:extLst>
              <a:ext uri="{FF2B5EF4-FFF2-40B4-BE49-F238E27FC236}">
                <a16:creationId xmlns:a16="http://schemas.microsoft.com/office/drawing/2014/main" id="{D25EE3AB-F64B-4276-8303-CAE4B4F1D78C}"/>
              </a:ext>
            </a:extLst>
          </p:cNvPr>
          <p:cNvSpPr>
            <a:spLocks noGrp="1"/>
          </p:cNvSpPr>
          <p:nvPr>
            <p:ph type="body" sz="half" idx="2" hasCustomPrompt="1"/>
          </p:nvPr>
        </p:nvSpPr>
        <p:spPr>
          <a:xfrm>
            <a:off x="839788" y="2206256"/>
            <a:ext cx="4061821" cy="3662732"/>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Щелкните, чтобы изменить стили текста образца слайда</a:t>
            </a:r>
          </a:p>
        </p:txBody>
      </p:sp>
    </p:spTree>
    <p:extLst>
      <p:ext uri="{BB962C8B-B14F-4D97-AF65-F5344CB8AC3E}">
        <p14:creationId xmlns:p14="http://schemas.microsoft.com/office/powerpoint/2010/main" val="2818936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C43B7E-262A-4834-9437-C20690BF2EB4}"/>
              </a:ext>
            </a:extLst>
          </p:cNvPr>
          <p:cNvSpPr>
            <a:spLocks noGrp="1"/>
          </p:cNvSpPr>
          <p:nvPr>
            <p:ph type="title"/>
          </p:nvPr>
        </p:nvSpPr>
        <p:spPr>
          <a:xfrm>
            <a:off x="839788" y="457200"/>
            <a:ext cx="3932237" cy="1600200"/>
          </a:xfrm>
        </p:spPr>
        <p:txBody>
          <a:bodyPr rtlCol="0" anchor="b"/>
          <a:lstStyle>
            <a:lvl1pPr>
              <a:defRPr sz="3200"/>
            </a:lvl1pPr>
          </a:lstStyle>
          <a:p>
            <a:pPr rtl="0"/>
            <a:r>
              <a:rPr lang="ru-RU" noProof="0"/>
              <a:t>Образец заголовка</a:t>
            </a:r>
          </a:p>
        </p:txBody>
      </p:sp>
      <p:sp>
        <p:nvSpPr>
          <p:cNvPr id="3" name="Рисунок 2">
            <a:extLst>
              <a:ext uri="{FF2B5EF4-FFF2-40B4-BE49-F238E27FC236}">
                <a16:creationId xmlns:a16="http://schemas.microsoft.com/office/drawing/2014/main" id="{689FC6C5-CFC6-43FC-9CD2-EB131734FA83}"/>
              </a:ext>
            </a:extLst>
          </p:cNvPr>
          <p:cNvSpPr>
            <a:spLocks noGrp="1"/>
          </p:cNvSpPr>
          <p:nvPr>
            <p:ph type="pic" idx="1" hasCustomPrompt="1"/>
          </p:nvPr>
        </p:nvSpPr>
        <p:spPr>
          <a:xfrm>
            <a:off x="5183188" y="867985"/>
            <a:ext cx="6172200" cy="4993066"/>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a:t>Щелкните значок, чтобы добавить фото</a:t>
            </a:r>
          </a:p>
        </p:txBody>
      </p:sp>
      <p:sp>
        <p:nvSpPr>
          <p:cNvPr id="4" name="Текст 3">
            <a:extLst>
              <a:ext uri="{FF2B5EF4-FFF2-40B4-BE49-F238E27FC236}">
                <a16:creationId xmlns:a16="http://schemas.microsoft.com/office/drawing/2014/main" id="{4DCAD41B-4C7D-4884-B895-CFDA0A4479CA}"/>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Щелкните, чтобы изменить стили текста образца слайда</a:t>
            </a:r>
          </a:p>
        </p:txBody>
      </p:sp>
    </p:spTree>
    <p:extLst>
      <p:ext uri="{BB962C8B-B14F-4D97-AF65-F5344CB8AC3E}">
        <p14:creationId xmlns:p14="http://schemas.microsoft.com/office/powerpoint/2010/main" val="88136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FB555E-8FF5-457E-B328-53ABDB595951}"/>
              </a:ext>
            </a:extLst>
          </p:cNvPr>
          <p:cNvSpPr>
            <a:spLocks noGrp="1"/>
          </p:cNvSpPr>
          <p:nvPr>
            <p:ph type="title"/>
          </p:nvPr>
        </p:nvSpPr>
        <p:spPr>
          <a:xfrm>
            <a:off x="838200" y="662427"/>
            <a:ext cx="10515600" cy="819738"/>
          </a:xfrm>
          <a:prstGeom prst="rect">
            <a:avLst/>
          </a:prstGeom>
        </p:spPr>
        <p:txBody>
          <a:bodyPr vert="horz" lIns="91440" tIns="45720" rIns="91440" bIns="45720" rtlCol="0" anchor="ctr">
            <a:normAutofit/>
          </a:bodyPr>
          <a:lstStyle/>
          <a:p>
            <a:pPr rtl="0"/>
            <a:r>
              <a:rPr lang="ru-RU" noProof="0"/>
              <a:t>Образец заголовка</a:t>
            </a:r>
          </a:p>
        </p:txBody>
      </p:sp>
      <p:sp>
        <p:nvSpPr>
          <p:cNvPr id="3" name="Текст 2">
            <a:extLst>
              <a:ext uri="{FF2B5EF4-FFF2-40B4-BE49-F238E27FC236}">
                <a16:creationId xmlns:a16="http://schemas.microsoft.com/office/drawing/2014/main" id="{FDA64ED7-3275-4F98-88B1-4F0832514730}"/>
              </a:ext>
            </a:extLst>
          </p:cNvPr>
          <p:cNvSpPr>
            <a:spLocks noGrp="1"/>
          </p:cNvSpPr>
          <p:nvPr>
            <p:ph type="body" idx="1"/>
          </p:nvPr>
        </p:nvSpPr>
        <p:spPr>
          <a:xfrm>
            <a:off x="838200" y="1661459"/>
            <a:ext cx="10515600" cy="4340620"/>
          </a:xfrm>
          <a:prstGeom prst="rect">
            <a:avLst/>
          </a:prstGeom>
        </p:spPr>
        <p:txBody>
          <a:bodyPr vert="horz" lIns="91440" tIns="45720" rIns="91440" bIns="45720" rtlCol="0">
            <a:normAutofit/>
          </a:body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Дата 3">
            <a:extLst>
              <a:ext uri="{FF2B5EF4-FFF2-40B4-BE49-F238E27FC236}">
                <a16:creationId xmlns:a16="http://schemas.microsoft.com/office/drawing/2014/main" id="{DEF0BCFA-771C-4297-8ACE-974191C70545}"/>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pPr rtl="0"/>
            <a:r>
              <a:rPr lang="ru-RU" noProof="0"/>
              <a:t>20ГГ</a:t>
            </a:r>
          </a:p>
        </p:txBody>
      </p:sp>
      <p:sp>
        <p:nvSpPr>
          <p:cNvPr id="5" name="Нижний колонтитул 4">
            <a:extLst>
              <a:ext uri="{FF2B5EF4-FFF2-40B4-BE49-F238E27FC236}">
                <a16:creationId xmlns:a16="http://schemas.microsoft.com/office/drawing/2014/main" id="{87E317DE-CC16-4596-92A2-460BC081EA70}"/>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pPr rtl="0"/>
            <a:r>
              <a:rPr lang="ru-RU" noProof="0"/>
              <a:t>Пример текста</a:t>
            </a:r>
          </a:p>
        </p:txBody>
      </p:sp>
      <p:sp>
        <p:nvSpPr>
          <p:cNvPr id="6" name="Номер слайда 5">
            <a:extLst>
              <a:ext uri="{FF2B5EF4-FFF2-40B4-BE49-F238E27FC236}">
                <a16:creationId xmlns:a16="http://schemas.microsoft.com/office/drawing/2014/main" id="{A786E724-AEC3-4D96-A62C-C286B703F15B}"/>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pPr rtl="0"/>
            <a:fld id="{AE208ADF-3ADD-483D-A721-14E3EEE2C135}" type="slidenum">
              <a:rPr lang="ru-RU" noProof="0" smtClean="0"/>
              <a:pPr/>
              <a:t>‹#›</a:t>
            </a:fld>
            <a:endParaRPr lang="ru-RU" noProof="0"/>
          </a:p>
        </p:txBody>
      </p:sp>
    </p:spTree>
    <p:extLst>
      <p:ext uri="{BB962C8B-B14F-4D97-AF65-F5344CB8AC3E}">
        <p14:creationId xmlns:p14="http://schemas.microsoft.com/office/powerpoint/2010/main" val="1624592867"/>
      </p:ext>
    </p:extLst>
  </p:cSld>
  <p:clrMap bg1="dk1" tx1="lt1" bg2="dk2" tx2="lt2" accent1="accent1" accent2="accent2" accent3="accent3" accent4="accent4" accent5="accent5" accent6="accent6" hlink="hlink" folHlink="folHlink"/>
  <p:sldLayoutIdLst>
    <p:sldLayoutId id="2147483665" r:id="rId1"/>
    <p:sldLayoutId id="2147483664" r:id="rId2"/>
    <p:sldLayoutId id="2147483663" r:id="rId3"/>
    <p:sldLayoutId id="2147483661" r:id="rId4"/>
    <p:sldLayoutId id="2147483671" r:id="rId5"/>
    <p:sldLayoutId id="2147483670" r:id="rId6"/>
    <p:sldLayoutId id="2147483672" r:id="rId7"/>
    <p:sldLayoutId id="2147483654" r:id="rId8"/>
    <p:sldLayoutId id="2147483653" r:id="rId9"/>
    <p:sldLayoutId id="2147483667" r:id="rId10"/>
    <p:sldLayoutId id="2147483668" r:id="rId11"/>
    <p:sldLayoutId id="2147483669" r:id="rId12"/>
    <p:sldLayoutId id="2147483649" r:id="rId13"/>
    <p:sldLayoutId id="2147483651" r:id="rId14"/>
    <p:sldLayoutId id="2147483652" r:id="rId15"/>
    <p:sldLayoutId id="2147483655" r:id="rId16"/>
    <p:sldLayoutId id="2147483656" r:id="rId17"/>
    <p:sldLayoutId id="2147483657" r:id="rId18"/>
  </p:sldLayoutIdLst>
  <p:hf hdr="0" dt="0"/>
  <p:txStyles>
    <p:titleStyle>
      <a:lvl1pPr algn="l" defTabSz="914400" rtl="0" eaLnBrk="1" latinLnBrk="0" hangingPunct="1">
        <a:lnSpc>
          <a:spcPct val="100000"/>
        </a:lnSpc>
        <a:spcBef>
          <a:spcPct val="0"/>
        </a:spcBef>
        <a:buNone/>
        <a:defRPr sz="4000" kern="1200">
          <a:solidFill>
            <a:schemeClr val="tx2">
              <a:alpha val="7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400" kern="1200" spc="100" baseline="0">
          <a:solidFill>
            <a:schemeClr val="tx2">
              <a:alpha val="85000"/>
            </a:schemeClr>
          </a:solidFill>
          <a:latin typeface="+mn-lt"/>
          <a:ea typeface="+mn-ea"/>
          <a:cs typeface="+mn-cs"/>
        </a:defRPr>
      </a:lvl1pPr>
      <a:lvl2pPr marL="274320" indent="0" algn="l" defTabSz="914400" rtl="0" eaLnBrk="1" latinLnBrk="0" hangingPunct="1">
        <a:lnSpc>
          <a:spcPct val="120000"/>
        </a:lnSpc>
        <a:spcBef>
          <a:spcPts val="500"/>
        </a:spcBef>
        <a:buFontTx/>
        <a:buNone/>
        <a:defRPr sz="1800" b="1" kern="1200" spc="100" baseline="0">
          <a:solidFill>
            <a:schemeClr val="tx2">
              <a:alpha val="85000"/>
            </a:schemeClr>
          </a:solidFill>
          <a:latin typeface="+mn-lt"/>
          <a:ea typeface="+mn-ea"/>
          <a:cs typeface="+mn-cs"/>
        </a:defRPr>
      </a:lvl2pPr>
      <a:lvl3pPr marL="571500" indent="-342900" algn="l" defTabSz="914400" rtl="0" eaLnBrk="1" latinLnBrk="0" hangingPunct="1">
        <a:lnSpc>
          <a:spcPct val="120000"/>
        </a:lnSpc>
        <a:spcBef>
          <a:spcPts val="500"/>
        </a:spcBef>
        <a:buFont typeface="Arial" panose="020B0604020202020204" pitchFamily="34" charset="0"/>
        <a:buChar char="•"/>
        <a:defRPr sz="1800" kern="1200" spc="100" baseline="0">
          <a:solidFill>
            <a:schemeClr val="tx2">
              <a:alpha val="85000"/>
            </a:schemeClr>
          </a:solidFill>
          <a:latin typeface="+mn-lt"/>
          <a:ea typeface="+mn-ea"/>
          <a:cs typeface="+mn-cs"/>
        </a:defRPr>
      </a:lvl3pPr>
      <a:lvl4pPr marL="640080" indent="0" algn="l"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914400" indent="-228600" algn="l" defTabSz="914400" rtl="0" eaLnBrk="1" latinLnBrk="0" hangingPunct="1">
        <a:lnSpc>
          <a:spcPct val="120000"/>
        </a:lnSpc>
        <a:spcBef>
          <a:spcPts val="500"/>
        </a:spcBef>
        <a:buSzPct val="80000"/>
        <a:buFont typeface="Arial" panose="020B0604020202020204" pitchFamily="34" charset="0"/>
        <a:buChar char="•"/>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552">
          <p15:clr>
            <a:srgbClr val="F26B43"/>
          </p15:clr>
        </p15:guide>
        <p15:guide id="3" pos="528">
          <p15:clr>
            <a:srgbClr val="F26B43"/>
          </p15:clr>
        </p15:guide>
        <p15:guide id="4" orient="horz" pos="3912">
          <p15:clr>
            <a:srgbClr val="F26B43"/>
          </p15:clr>
        </p15:guide>
        <p15:guide id="5" orient="horz" pos="408">
          <p15:clr>
            <a:srgbClr val="F26B43"/>
          </p15:clr>
        </p15:guide>
        <p15:guide id="6" pos="7152">
          <p15:clr>
            <a:srgbClr val="F26B43"/>
          </p15:clr>
        </p15:guide>
        <p15:guide id="7" pos="2880">
          <p15:clr>
            <a:srgbClr val="F26B43"/>
          </p15:clr>
        </p15:guide>
        <p15:guide id="8" pos="4248">
          <p15:clr>
            <a:srgbClr val="F26B43"/>
          </p15:clr>
        </p15:guide>
        <p15:guide id="9" orient="horz" pos="600">
          <p15:clr>
            <a:srgbClr val="F26B43"/>
          </p15:clr>
        </p15:guide>
        <p15:guide id="10" orient="horz" pos="3792">
          <p15:clr>
            <a:srgbClr val="F26B43"/>
          </p15:clr>
        </p15:guide>
        <p15:guide id="11" pos="7272">
          <p15:clr>
            <a:srgbClr val="F26B43"/>
          </p15:clr>
        </p15:guide>
        <p15:guide id="12" pos="408">
          <p15:clr>
            <a:srgbClr val="F26B43"/>
          </p15:clr>
        </p15:guide>
        <p15:guide id="13" pos="4920">
          <p15:clr>
            <a:srgbClr val="F26B43"/>
          </p15:clr>
        </p15:guide>
        <p15:guide id="14" pos="22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jpeg"/><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6.jpe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C6CE656D-2447-4DA2-8258-F94FC3868B7E}"/>
              </a:ext>
            </a:extLst>
          </p:cNvPr>
          <p:cNvPicPr>
            <a:picLocks noChangeAspect="1"/>
          </p:cNvPicPr>
          <p:nvPr/>
        </p:nvPicPr>
        <p:blipFill>
          <a:blip r:embed="rId3"/>
          <a:stretch>
            <a:fillRect/>
          </a:stretch>
        </p:blipFill>
        <p:spPr>
          <a:xfrm>
            <a:off x="482607" y="2550776"/>
            <a:ext cx="3535230" cy="3535230"/>
          </a:xfrm>
          <a:prstGeom prst="rect">
            <a:avLst/>
          </a:prstGeom>
        </p:spPr>
      </p:pic>
      <p:sp>
        <p:nvSpPr>
          <p:cNvPr id="4" name="Заголовок 3">
            <a:extLst>
              <a:ext uri="{FF2B5EF4-FFF2-40B4-BE49-F238E27FC236}">
                <a16:creationId xmlns:a16="http://schemas.microsoft.com/office/drawing/2014/main" id="{365A3385-7A97-4B91-90E4-313A5F6486BE}"/>
              </a:ext>
            </a:extLst>
          </p:cNvPr>
          <p:cNvSpPr>
            <a:spLocks noGrp="1"/>
          </p:cNvSpPr>
          <p:nvPr>
            <p:ph type="ctrTitle"/>
          </p:nvPr>
        </p:nvSpPr>
        <p:spPr>
          <a:xfrm>
            <a:off x="289686" y="377609"/>
            <a:ext cx="3859064" cy="3051391"/>
          </a:xfrm>
        </p:spPr>
        <p:txBody>
          <a:bodyPr vert="horz" lIns="91440" tIns="45720" rIns="91440" bIns="45720" rtlCol="0" anchor="b" anchorCtr="0">
            <a:normAutofit/>
          </a:bodyPr>
          <a:lstStyle/>
          <a:p>
            <a:pPr rtl="0"/>
            <a:r>
              <a:rPr lang="ru-RU" dirty="0"/>
              <a:t>Новосибирск - неофициальная столица Сибири.</a:t>
            </a:r>
          </a:p>
        </p:txBody>
      </p:sp>
      <p:pic>
        <p:nvPicPr>
          <p:cNvPr id="1026" name="Picture 2" descr="Picture background">
            <a:extLst>
              <a:ext uri="{FF2B5EF4-FFF2-40B4-BE49-F238E27FC236}">
                <a16:creationId xmlns:a16="http://schemas.microsoft.com/office/drawing/2014/main" id="{0F8988B4-E006-4D94-AA27-23B34035BE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859" y="0"/>
            <a:ext cx="766214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descr="A minimalist logo on a transparent background featuring the letters 'R', 'A', 'A' in dark green tones. The letters should be sleek and modern, with subtle elements that represent Novosibirsk, such as stylized bridges or architecture. The design should be clean and professional, with a focus on simplicity and harmony, while subtly referencing the natural environment or key landmarks of Novosibirsk.">
            <a:extLst>
              <a:ext uri="{FF2B5EF4-FFF2-40B4-BE49-F238E27FC236}">
                <a16:creationId xmlns:a16="http://schemas.microsoft.com/office/drawing/2014/main" id="{A48730C7-6C6C-4662-987E-DA3A273B171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AutoShape 4" descr="A minimalist logo on a transparent background featuring the letters 'R', 'A', 'A' in dark green tones. The letters should be sleek and modern, with subtle elements that represent Novosibirsk, such as stylized bridges or architecture. The design should be clean and professional, with a focus on simplicity and harmony, while subtly referencing the natural environment or key landmarks of Novosibirsk.">
            <a:extLst>
              <a:ext uri="{FF2B5EF4-FFF2-40B4-BE49-F238E27FC236}">
                <a16:creationId xmlns:a16="http://schemas.microsoft.com/office/drawing/2014/main" id="{369D2FCC-6638-4FA0-88E8-A2830D657C39}"/>
              </a:ext>
            </a:extLst>
          </p:cNvPr>
          <p:cNvSpPr>
            <a:spLocks noChangeAspect="1" noChangeArrowheads="1"/>
          </p:cNvSpPr>
          <p:nvPr/>
        </p:nvSpPr>
        <p:spPr bwMode="auto">
          <a:xfrm>
            <a:off x="2886074" y="3820326"/>
            <a:ext cx="807485" cy="8074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a:extLst>
              <a:ext uri="{FF2B5EF4-FFF2-40B4-BE49-F238E27FC236}">
                <a16:creationId xmlns:a16="http://schemas.microsoft.com/office/drawing/2014/main" id="{76BD608C-ADCD-4020-AC2F-A910DC5DD5DA}"/>
              </a:ext>
            </a:extLst>
          </p:cNvPr>
          <p:cNvPicPr>
            <a:picLocks noChangeAspect="1"/>
          </p:cNvPicPr>
          <p:nvPr/>
        </p:nvPicPr>
        <p:blipFill>
          <a:blip r:embed="rId5"/>
          <a:stretch>
            <a:fillRect/>
          </a:stretch>
        </p:blipFill>
        <p:spPr>
          <a:xfrm>
            <a:off x="1247350" y="3429000"/>
            <a:ext cx="3297953" cy="1579546"/>
          </a:xfrm>
          <a:prstGeom prst="rect">
            <a:avLst/>
          </a:prstGeom>
        </p:spPr>
      </p:pic>
      <p:sp>
        <p:nvSpPr>
          <p:cNvPr id="5" name="Подзаголовок 4">
            <a:extLst>
              <a:ext uri="{FF2B5EF4-FFF2-40B4-BE49-F238E27FC236}">
                <a16:creationId xmlns:a16="http://schemas.microsoft.com/office/drawing/2014/main" id="{6D600243-42CA-42D2-A56A-C6924D272A5B}"/>
              </a:ext>
            </a:extLst>
          </p:cNvPr>
          <p:cNvSpPr>
            <a:spLocks noGrp="1"/>
          </p:cNvSpPr>
          <p:nvPr>
            <p:ph type="subTitle" idx="1"/>
          </p:nvPr>
        </p:nvSpPr>
        <p:spPr>
          <a:xfrm>
            <a:off x="879160" y="3820326"/>
            <a:ext cx="2948684" cy="1781841"/>
          </a:xfrm>
        </p:spPr>
        <p:txBody>
          <a:bodyPr vert="horz" lIns="91440" tIns="45720" rIns="91440" bIns="45720" rtlCol="0" anchor="t">
            <a:normAutofit/>
          </a:bodyPr>
          <a:lstStyle/>
          <a:p>
            <a:pPr rtl="0"/>
            <a:r>
              <a:rPr lang="ru-RU" dirty="0" err="1"/>
              <a:t>Танцерев</a:t>
            </a:r>
            <a:r>
              <a:rPr lang="ru-RU" dirty="0"/>
              <a:t> </a:t>
            </a:r>
            <a:r>
              <a:rPr lang="ru-RU" dirty="0" err="1"/>
              <a:t>а.А</a:t>
            </a:r>
            <a:r>
              <a:rPr lang="ru-RU" dirty="0"/>
              <a:t>.</a:t>
            </a:r>
          </a:p>
          <a:p>
            <a:pPr rtl="0"/>
            <a:r>
              <a:rPr lang="ru-RU" dirty="0" err="1"/>
              <a:t>Шипанов</a:t>
            </a:r>
            <a:r>
              <a:rPr lang="ru-RU" dirty="0"/>
              <a:t> А.А.</a:t>
            </a:r>
          </a:p>
          <a:p>
            <a:pPr rtl="0"/>
            <a:r>
              <a:rPr lang="ru-RU" dirty="0"/>
              <a:t>Штатных </a:t>
            </a:r>
            <a:r>
              <a:rPr lang="ru-RU" dirty="0" err="1"/>
              <a:t>р.Е</a:t>
            </a:r>
            <a:r>
              <a:rPr lang="ru-RU" dirty="0"/>
              <a:t>.</a:t>
            </a:r>
          </a:p>
        </p:txBody>
      </p:sp>
    </p:spTree>
    <p:extLst>
      <p:ext uri="{BB962C8B-B14F-4D97-AF65-F5344CB8AC3E}">
        <p14:creationId xmlns:p14="http://schemas.microsoft.com/office/powerpoint/2010/main" val="1057612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2BDAC4-BCFB-42F6-BA9A-039BB65BF0A4}"/>
              </a:ext>
            </a:extLst>
          </p:cNvPr>
          <p:cNvSpPr>
            <a:spLocks noGrp="1"/>
          </p:cNvSpPr>
          <p:nvPr>
            <p:ph type="title"/>
          </p:nvPr>
        </p:nvSpPr>
        <p:spPr>
          <a:xfrm>
            <a:off x="633984" y="1356889"/>
            <a:ext cx="5448300" cy="1240966"/>
          </a:xfrm>
        </p:spPr>
        <p:txBody>
          <a:bodyPr rtlCol="0"/>
          <a:lstStyle/>
          <a:p>
            <a:pPr rtl="0"/>
            <a:r>
              <a:rPr lang="ru-RU" dirty="0"/>
              <a:t>Новосибирск</a:t>
            </a:r>
          </a:p>
        </p:txBody>
      </p:sp>
      <p:sp>
        <p:nvSpPr>
          <p:cNvPr id="3" name="Объект 2">
            <a:extLst>
              <a:ext uri="{FF2B5EF4-FFF2-40B4-BE49-F238E27FC236}">
                <a16:creationId xmlns:a16="http://schemas.microsoft.com/office/drawing/2014/main" id="{AA3941B7-49D8-4ECD-BBC8-6588DECB37CC}"/>
              </a:ext>
            </a:extLst>
          </p:cNvPr>
          <p:cNvSpPr>
            <a:spLocks noGrp="1"/>
          </p:cNvSpPr>
          <p:nvPr>
            <p:ph idx="1"/>
          </p:nvPr>
        </p:nvSpPr>
        <p:spPr>
          <a:xfrm>
            <a:off x="635001" y="2688119"/>
            <a:ext cx="5115674" cy="3507457"/>
          </a:xfrm>
        </p:spPr>
        <p:txBody>
          <a:bodyPr rtlCol="0">
            <a:normAutofit fontScale="85000" lnSpcReduction="20000"/>
          </a:bodyPr>
          <a:lstStyle/>
          <a:p>
            <a:pPr rtl="0"/>
            <a:r>
              <a:rPr lang="ru-RU" dirty="0"/>
              <a:t>Новосибирск — третий по численности город России, расположенный на реке Обь. Это крупный промышленный, культурный и научный центр Сибири, известный своим Театром оперы и балета, Академгородком и зоопарком. Город является важным транспортным узлом и одним из ключевых центров развития науки и технологий в России.</a:t>
            </a:r>
          </a:p>
        </p:txBody>
      </p:sp>
      <p:pic>
        <p:nvPicPr>
          <p:cNvPr id="9" name="Рисунок 8" descr="Зеленая ветка дерева с маленькой сосновой шишкой крупным планом">
            <a:extLst>
              <a:ext uri="{FF2B5EF4-FFF2-40B4-BE49-F238E27FC236}">
                <a16:creationId xmlns:a16="http://schemas.microsoft.com/office/drawing/2014/main" id="{43702E36-1B89-4AF5-B77B-B83BE9FCC95C}"/>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748272" y="3584448"/>
            <a:ext cx="4809744" cy="2606040"/>
          </a:xfrm>
        </p:spPr>
      </p:pic>
      <p:sp>
        <p:nvSpPr>
          <p:cNvPr id="44" name="Номер слайда 43">
            <a:extLst>
              <a:ext uri="{FF2B5EF4-FFF2-40B4-BE49-F238E27FC236}">
                <a16:creationId xmlns:a16="http://schemas.microsoft.com/office/drawing/2014/main" id="{5BF29222-3F80-4F2B-90CE-3D40FFF16D70}"/>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2</a:t>
            </a:fld>
            <a:endParaRPr lang="ru-RU"/>
          </a:p>
        </p:txBody>
      </p:sp>
      <p:sp>
        <p:nvSpPr>
          <p:cNvPr id="4" name="Рисунок 3">
            <a:extLst>
              <a:ext uri="{FF2B5EF4-FFF2-40B4-BE49-F238E27FC236}">
                <a16:creationId xmlns:a16="http://schemas.microsoft.com/office/drawing/2014/main" id="{74832392-0A28-4425-9462-4BAB9DCA74B6}"/>
              </a:ext>
            </a:extLst>
          </p:cNvPr>
          <p:cNvSpPr>
            <a:spLocks noGrp="1"/>
          </p:cNvSpPr>
          <p:nvPr>
            <p:ph type="pic" sz="quarter" idx="13"/>
          </p:nvPr>
        </p:nvSpPr>
        <p:spPr/>
      </p:sp>
      <p:pic>
        <p:nvPicPr>
          <p:cNvPr id="10244" name="Picture 4" descr="Picture background">
            <a:extLst>
              <a:ext uri="{FF2B5EF4-FFF2-40B4-BE49-F238E27FC236}">
                <a16:creationId xmlns:a16="http://schemas.microsoft.com/office/drawing/2014/main" id="{A20662E1-21FE-4206-AA46-4100F7627E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8272" y="667512"/>
            <a:ext cx="4881753" cy="260623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icture background">
            <a:extLst>
              <a:ext uri="{FF2B5EF4-FFF2-40B4-BE49-F238E27FC236}">
                <a16:creationId xmlns:a16="http://schemas.microsoft.com/office/drawing/2014/main" id="{26F4978E-33DF-4CD8-87F1-46ED6C6CFB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8272" y="3575113"/>
            <a:ext cx="4881753" cy="2692337"/>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2D3AE799-3178-4153-AA49-21B4DB7A253A}"/>
              </a:ext>
            </a:extLst>
          </p:cNvPr>
          <p:cNvPicPr>
            <a:picLocks noChangeAspect="1"/>
          </p:cNvPicPr>
          <p:nvPr/>
        </p:nvPicPr>
        <p:blipFill>
          <a:blip r:embed="rId6"/>
          <a:stretch>
            <a:fillRect/>
          </a:stretch>
        </p:blipFill>
        <p:spPr>
          <a:xfrm>
            <a:off x="476123" y="518887"/>
            <a:ext cx="2396896" cy="1147987"/>
          </a:xfrm>
          <a:prstGeom prst="rect">
            <a:avLst/>
          </a:prstGeom>
        </p:spPr>
      </p:pic>
      <p:pic>
        <p:nvPicPr>
          <p:cNvPr id="12" name="Рисунок 11">
            <a:extLst>
              <a:ext uri="{FF2B5EF4-FFF2-40B4-BE49-F238E27FC236}">
                <a16:creationId xmlns:a16="http://schemas.microsoft.com/office/drawing/2014/main" id="{CA309EA4-FC9A-47A4-A949-8D22ECBB7594}"/>
              </a:ext>
            </a:extLst>
          </p:cNvPr>
          <p:cNvPicPr>
            <a:picLocks noChangeAspect="1"/>
          </p:cNvPicPr>
          <p:nvPr/>
        </p:nvPicPr>
        <p:blipFill>
          <a:blip r:embed="rId6"/>
          <a:stretch>
            <a:fillRect/>
          </a:stretch>
        </p:blipFill>
        <p:spPr>
          <a:xfrm>
            <a:off x="11319232" y="6487614"/>
            <a:ext cx="748944" cy="358704"/>
          </a:xfrm>
          <a:prstGeom prst="rect">
            <a:avLst/>
          </a:prstGeom>
        </p:spPr>
      </p:pic>
    </p:spTree>
    <p:extLst>
      <p:ext uri="{BB962C8B-B14F-4D97-AF65-F5344CB8AC3E}">
        <p14:creationId xmlns:p14="http://schemas.microsoft.com/office/powerpoint/2010/main" val="190376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C939E1-00A2-4A36-B095-E065A6DE0161}"/>
              </a:ext>
            </a:extLst>
          </p:cNvPr>
          <p:cNvSpPr>
            <a:spLocks noGrp="1"/>
          </p:cNvSpPr>
          <p:nvPr>
            <p:ph type="title"/>
          </p:nvPr>
        </p:nvSpPr>
        <p:spPr>
          <a:xfrm>
            <a:off x="647699" y="647700"/>
            <a:ext cx="3483421" cy="2866599"/>
          </a:xfrm>
        </p:spPr>
        <p:txBody>
          <a:bodyPr rtlCol="0"/>
          <a:lstStyle/>
          <a:p>
            <a:pPr rtl="0"/>
            <a:r>
              <a:rPr lang="ru-RU" dirty="0"/>
              <a:t>Поговорим о</a:t>
            </a:r>
          </a:p>
        </p:txBody>
      </p:sp>
      <p:sp>
        <p:nvSpPr>
          <p:cNvPr id="3" name="Объект 2">
            <a:extLst>
              <a:ext uri="{FF2B5EF4-FFF2-40B4-BE49-F238E27FC236}">
                <a16:creationId xmlns:a16="http://schemas.microsoft.com/office/drawing/2014/main" id="{A3B54E3C-306E-4FC5-A69F-6423F774DAB8}"/>
              </a:ext>
            </a:extLst>
          </p:cNvPr>
          <p:cNvSpPr>
            <a:spLocks noGrp="1"/>
          </p:cNvSpPr>
          <p:nvPr>
            <p:ph idx="1"/>
          </p:nvPr>
        </p:nvSpPr>
        <p:spPr>
          <a:xfrm>
            <a:off x="5117909" y="647700"/>
            <a:ext cx="6401231" cy="2982604"/>
          </a:xfrm>
        </p:spPr>
        <p:txBody>
          <a:bodyPr rtlCol="0">
            <a:normAutofit/>
          </a:bodyPr>
          <a:lstStyle/>
          <a:p>
            <a:pPr rtl="0"/>
            <a:r>
              <a:rPr lang="ru-RU" sz="4000" dirty="0"/>
              <a:t>Культуре Новосибирска</a:t>
            </a:r>
          </a:p>
          <a:p>
            <a:pPr rtl="0"/>
            <a:r>
              <a:rPr lang="ru-RU" sz="4000" dirty="0"/>
              <a:t>Науке в Новосибирске</a:t>
            </a:r>
          </a:p>
        </p:txBody>
      </p:sp>
      <p:sp>
        <p:nvSpPr>
          <p:cNvPr id="76" name="Номер слайда 75">
            <a:extLst>
              <a:ext uri="{FF2B5EF4-FFF2-40B4-BE49-F238E27FC236}">
                <a16:creationId xmlns:a16="http://schemas.microsoft.com/office/drawing/2014/main" id="{4FCE912F-09D6-4C14-A807-126C32B03BB1}"/>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3</a:t>
            </a:fld>
            <a:endParaRPr lang="ru-RU"/>
          </a:p>
        </p:txBody>
      </p:sp>
      <p:pic>
        <p:nvPicPr>
          <p:cNvPr id="2050" name="Picture 2" descr="Picture background">
            <a:extLst>
              <a:ext uri="{FF2B5EF4-FFF2-40B4-BE49-F238E27FC236}">
                <a16:creationId xmlns:a16="http://schemas.microsoft.com/office/drawing/2014/main" id="{9C3F9F39-C882-4E48-A203-3BD9001DF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497" y="4061523"/>
            <a:ext cx="5374381" cy="21396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icture background">
            <a:extLst>
              <a:ext uri="{FF2B5EF4-FFF2-40B4-BE49-F238E27FC236}">
                <a16:creationId xmlns:a16="http://schemas.microsoft.com/office/drawing/2014/main" id="{3D0B823B-F53E-4269-BD0F-9931ABF770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4123" y="4069143"/>
            <a:ext cx="5374381" cy="2132013"/>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0124BE8A-346A-4EDE-829A-D1A6DE9030A6}"/>
              </a:ext>
            </a:extLst>
          </p:cNvPr>
          <p:cNvPicPr>
            <a:picLocks noChangeAspect="1"/>
          </p:cNvPicPr>
          <p:nvPr/>
        </p:nvPicPr>
        <p:blipFill>
          <a:blip r:embed="rId5"/>
          <a:stretch>
            <a:fillRect/>
          </a:stretch>
        </p:blipFill>
        <p:spPr>
          <a:xfrm>
            <a:off x="11349919" y="6492875"/>
            <a:ext cx="762349" cy="365125"/>
          </a:xfrm>
          <a:prstGeom prst="rect">
            <a:avLst/>
          </a:prstGeom>
        </p:spPr>
      </p:pic>
    </p:spTree>
    <p:extLst>
      <p:ext uri="{BB962C8B-B14F-4D97-AF65-F5344CB8AC3E}">
        <p14:creationId xmlns:p14="http://schemas.microsoft.com/office/powerpoint/2010/main" val="1317231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7283E3-686A-4399-B44D-71E2E0C5990C}"/>
              </a:ext>
            </a:extLst>
          </p:cNvPr>
          <p:cNvSpPr>
            <a:spLocks noGrp="1"/>
          </p:cNvSpPr>
          <p:nvPr>
            <p:ph type="ctrTitle"/>
          </p:nvPr>
        </p:nvSpPr>
        <p:spPr>
          <a:xfrm>
            <a:off x="647700" y="5059252"/>
            <a:ext cx="6874327" cy="1209275"/>
          </a:xfrm>
        </p:spPr>
        <p:txBody>
          <a:bodyPr rtlCol="0">
            <a:normAutofit/>
          </a:bodyPr>
          <a:lstStyle/>
          <a:p>
            <a:pPr rtl="0"/>
            <a:r>
              <a:rPr lang="ru-RU"/>
              <a:t>Раздел 1</a:t>
            </a:r>
          </a:p>
        </p:txBody>
      </p:sp>
      <p:sp>
        <p:nvSpPr>
          <p:cNvPr id="3" name="Подзаголовок 2">
            <a:extLst>
              <a:ext uri="{FF2B5EF4-FFF2-40B4-BE49-F238E27FC236}">
                <a16:creationId xmlns:a16="http://schemas.microsoft.com/office/drawing/2014/main" id="{70DAD0D3-3611-4738-8AC3-77B22099B278}"/>
              </a:ext>
            </a:extLst>
          </p:cNvPr>
          <p:cNvSpPr>
            <a:spLocks noGrp="1"/>
          </p:cNvSpPr>
          <p:nvPr>
            <p:ph type="subTitle" idx="1"/>
          </p:nvPr>
        </p:nvSpPr>
        <p:spPr>
          <a:xfrm>
            <a:off x="8098970" y="5097272"/>
            <a:ext cx="3392445" cy="1207008"/>
          </a:xfrm>
        </p:spPr>
        <p:txBody>
          <a:bodyPr rtlCol="0">
            <a:normAutofit/>
          </a:bodyPr>
          <a:lstStyle/>
          <a:p>
            <a:pPr rtl="0"/>
            <a:r>
              <a:rPr lang="ru-RU" sz="4400" dirty="0"/>
              <a:t>Культура</a:t>
            </a:r>
          </a:p>
        </p:txBody>
      </p:sp>
      <p:sp>
        <p:nvSpPr>
          <p:cNvPr id="5" name="Рисунок 4">
            <a:extLst>
              <a:ext uri="{FF2B5EF4-FFF2-40B4-BE49-F238E27FC236}">
                <a16:creationId xmlns:a16="http://schemas.microsoft.com/office/drawing/2014/main" id="{EB23A6A7-7B20-4AFD-810B-FDD67BA55240}"/>
              </a:ext>
            </a:extLst>
          </p:cNvPr>
          <p:cNvSpPr>
            <a:spLocks noGrp="1"/>
          </p:cNvSpPr>
          <p:nvPr>
            <p:ph type="pic" sz="quarter" idx="13"/>
          </p:nvPr>
        </p:nvSpPr>
        <p:spPr/>
      </p:sp>
      <p:pic>
        <p:nvPicPr>
          <p:cNvPr id="3074" name="Picture 2" descr="Picture background">
            <a:extLst>
              <a:ext uri="{FF2B5EF4-FFF2-40B4-BE49-F238E27FC236}">
                <a16:creationId xmlns:a16="http://schemas.microsoft.com/office/drawing/2014/main" id="{78938A93-924B-4A78-A28F-EF9C40BC40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4562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7183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0CE88BB9-5E8A-474F-B7C0-BC6738C243D9}"/>
              </a:ext>
            </a:extLst>
          </p:cNvPr>
          <p:cNvSpPr>
            <a:spLocks noGrp="1"/>
          </p:cNvSpPr>
          <p:nvPr>
            <p:ph type="title"/>
          </p:nvPr>
        </p:nvSpPr>
        <p:spPr>
          <a:xfrm>
            <a:off x="511789" y="0"/>
            <a:ext cx="10515600" cy="899783"/>
          </a:xfrm>
        </p:spPr>
        <p:txBody>
          <a:bodyPr rtlCol="0"/>
          <a:lstStyle/>
          <a:p>
            <a:pPr rtl="0"/>
            <a:r>
              <a:rPr lang="ru-RU" dirty="0"/>
              <a:t>Зоопарк им. Шило</a:t>
            </a:r>
          </a:p>
        </p:txBody>
      </p:sp>
      <p:sp>
        <p:nvSpPr>
          <p:cNvPr id="81" name="Текст 80">
            <a:extLst>
              <a:ext uri="{FF2B5EF4-FFF2-40B4-BE49-F238E27FC236}">
                <a16:creationId xmlns:a16="http://schemas.microsoft.com/office/drawing/2014/main" id="{26331C6E-6EC6-4BCA-90FC-D61437684A3A}"/>
              </a:ext>
            </a:extLst>
          </p:cNvPr>
          <p:cNvSpPr>
            <a:spLocks noGrp="1"/>
          </p:cNvSpPr>
          <p:nvPr>
            <p:ph type="body" sz="quarter" idx="16"/>
          </p:nvPr>
        </p:nvSpPr>
        <p:spPr>
          <a:xfrm>
            <a:off x="511789" y="899783"/>
            <a:ext cx="11168422" cy="2462542"/>
          </a:xfrm>
        </p:spPr>
        <p:txBody>
          <a:bodyPr rtlCol="0">
            <a:normAutofit fontScale="85000" lnSpcReduction="10000"/>
          </a:bodyPr>
          <a:lstStyle/>
          <a:p>
            <a:pPr rtl="0"/>
            <a:r>
              <a:rPr lang="ru-RU" dirty="0"/>
              <a:t>Зоопарк имени Р. А. Шило в Новосибирске — один из крупнейших зоопарков России и Европы. Основанный в 1933 году, он получил свое современное название в честь Роста Андреевича Шило, который был директором зоопарка и сыграл ключевую роль в его развитии. Зоопарк занимает территорию около 65 гектаров и является домом для более чем 11 000 животных, представляющих около 770 видов, включая редкие и исчезающие виды. Он активно участвует в международных программах по сохранению биоразнообразия и восстановлению популяций редких животных.</a:t>
            </a:r>
          </a:p>
        </p:txBody>
      </p:sp>
      <p:sp>
        <p:nvSpPr>
          <p:cNvPr id="184" name="Номер слайда 183">
            <a:extLst>
              <a:ext uri="{FF2B5EF4-FFF2-40B4-BE49-F238E27FC236}">
                <a16:creationId xmlns:a16="http://schemas.microsoft.com/office/drawing/2014/main" id="{F09696C5-2D5D-4774-8ED7-53F2BB60D1FD}"/>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5</a:t>
            </a:fld>
            <a:endParaRPr lang="ru-RU"/>
          </a:p>
        </p:txBody>
      </p:sp>
      <p:pic>
        <p:nvPicPr>
          <p:cNvPr id="4098" name="Picture 2" descr="Picture background">
            <a:extLst>
              <a:ext uri="{FF2B5EF4-FFF2-40B4-BE49-F238E27FC236}">
                <a16:creationId xmlns:a16="http://schemas.microsoft.com/office/drawing/2014/main" id="{840501C6-E73A-4D6B-A2F4-DEA85D321F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209050"/>
            <a:ext cx="3733800" cy="26489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icture background">
            <a:extLst>
              <a:ext uri="{FF2B5EF4-FFF2-40B4-BE49-F238E27FC236}">
                <a16:creationId xmlns:a16="http://schemas.microsoft.com/office/drawing/2014/main" id="{93971F47-6B1A-4BDC-B57D-2ABDF31E2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0066" y="4209049"/>
            <a:ext cx="4011867" cy="264895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icture background">
            <a:extLst>
              <a:ext uri="{FF2B5EF4-FFF2-40B4-BE49-F238E27FC236}">
                <a16:creationId xmlns:a16="http://schemas.microsoft.com/office/drawing/2014/main" id="{A07666E5-E627-4345-8E5E-C4F00555F1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4850" y="4209049"/>
            <a:ext cx="3867149" cy="274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439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0CE88BB9-5E8A-474F-B7C0-BC6738C243D9}"/>
              </a:ext>
            </a:extLst>
          </p:cNvPr>
          <p:cNvSpPr>
            <a:spLocks noGrp="1"/>
          </p:cNvSpPr>
          <p:nvPr>
            <p:ph type="title"/>
          </p:nvPr>
        </p:nvSpPr>
        <p:spPr>
          <a:xfrm>
            <a:off x="511789" y="0"/>
            <a:ext cx="10515600" cy="899783"/>
          </a:xfrm>
        </p:spPr>
        <p:txBody>
          <a:bodyPr rtlCol="0"/>
          <a:lstStyle/>
          <a:p>
            <a:pPr rtl="0"/>
            <a:r>
              <a:rPr lang="ru-RU" dirty="0"/>
              <a:t>Новосибирский театр оперы и балета</a:t>
            </a:r>
          </a:p>
        </p:txBody>
      </p:sp>
      <p:sp>
        <p:nvSpPr>
          <p:cNvPr id="81" name="Текст 80">
            <a:extLst>
              <a:ext uri="{FF2B5EF4-FFF2-40B4-BE49-F238E27FC236}">
                <a16:creationId xmlns:a16="http://schemas.microsoft.com/office/drawing/2014/main" id="{26331C6E-6EC6-4BCA-90FC-D61437684A3A}"/>
              </a:ext>
            </a:extLst>
          </p:cNvPr>
          <p:cNvSpPr>
            <a:spLocks noGrp="1"/>
          </p:cNvSpPr>
          <p:nvPr>
            <p:ph type="body" sz="quarter" idx="16"/>
          </p:nvPr>
        </p:nvSpPr>
        <p:spPr>
          <a:xfrm>
            <a:off x="511789" y="899783"/>
            <a:ext cx="11168422" cy="2462542"/>
          </a:xfrm>
        </p:spPr>
        <p:txBody>
          <a:bodyPr rtlCol="0">
            <a:normAutofit fontScale="92500" lnSpcReduction="10000"/>
          </a:bodyPr>
          <a:lstStyle/>
          <a:p>
            <a:pPr rtl="0"/>
            <a:r>
              <a:rPr lang="ru-RU" dirty="0"/>
              <a:t>Новосибирский театр оперы и балета — крупнейший театр в России по площади и один из самых известных театров страны. Открыт в 1945 году, театр расположен в самом центре Новосибирска и известен своей грандиозной архитектурой, за что его часто называют «Сибирским Колизеем». Его огромный купол — один из символов города — уникален по конструкции и является крупнейшим в своем роде в мире без дополнительных опор.</a:t>
            </a:r>
          </a:p>
        </p:txBody>
      </p:sp>
      <p:sp>
        <p:nvSpPr>
          <p:cNvPr id="184" name="Номер слайда 183">
            <a:extLst>
              <a:ext uri="{FF2B5EF4-FFF2-40B4-BE49-F238E27FC236}">
                <a16:creationId xmlns:a16="http://schemas.microsoft.com/office/drawing/2014/main" id="{F09696C5-2D5D-4774-8ED7-53F2BB60D1FD}"/>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6</a:t>
            </a:fld>
            <a:endParaRPr lang="ru-RU"/>
          </a:p>
        </p:txBody>
      </p:sp>
      <p:pic>
        <p:nvPicPr>
          <p:cNvPr id="5122" name="Picture 2" descr="Picture background">
            <a:extLst>
              <a:ext uri="{FF2B5EF4-FFF2-40B4-BE49-F238E27FC236}">
                <a16:creationId xmlns:a16="http://schemas.microsoft.com/office/drawing/2014/main" id="{18E22096-6F22-407F-A2CB-EE917CADBF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209050"/>
            <a:ext cx="3733800" cy="26489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icture background">
            <a:extLst>
              <a:ext uri="{FF2B5EF4-FFF2-40B4-BE49-F238E27FC236}">
                <a16:creationId xmlns:a16="http://schemas.microsoft.com/office/drawing/2014/main" id="{6D097C30-A60B-493F-A996-67565373E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1012" y="4209050"/>
            <a:ext cx="3733800" cy="264895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icture background">
            <a:extLst>
              <a:ext uri="{FF2B5EF4-FFF2-40B4-BE49-F238E27FC236}">
                <a16:creationId xmlns:a16="http://schemas.microsoft.com/office/drawing/2014/main" id="{8D13066D-A3EF-4343-8516-9755FB69BD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7750" y="4212517"/>
            <a:ext cx="3524249" cy="2645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370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0CE88BB9-5E8A-474F-B7C0-BC6738C243D9}"/>
              </a:ext>
            </a:extLst>
          </p:cNvPr>
          <p:cNvSpPr>
            <a:spLocks noGrp="1"/>
          </p:cNvSpPr>
          <p:nvPr>
            <p:ph type="title"/>
          </p:nvPr>
        </p:nvSpPr>
        <p:spPr>
          <a:xfrm>
            <a:off x="511789" y="0"/>
            <a:ext cx="10515600" cy="899783"/>
          </a:xfrm>
        </p:spPr>
        <p:txBody>
          <a:bodyPr rtlCol="0"/>
          <a:lstStyle/>
          <a:p>
            <a:pPr rtl="0"/>
            <a:r>
              <a:rPr lang="ru-RU" dirty="0"/>
              <a:t>Часовня им. Святого Николая</a:t>
            </a:r>
          </a:p>
        </p:txBody>
      </p:sp>
      <p:sp>
        <p:nvSpPr>
          <p:cNvPr id="81" name="Текст 80">
            <a:extLst>
              <a:ext uri="{FF2B5EF4-FFF2-40B4-BE49-F238E27FC236}">
                <a16:creationId xmlns:a16="http://schemas.microsoft.com/office/drawing/2014/main" id="{26331C6E-6EC6-4BCA-90FC-D61437684A3A}"/>
              </a:ext>
            </a:extLst>
          </p:cNvPr>
          <p:cNvSpPr>
            <a:spLocks noGrp="1"/>
          </p:cNvSpPr>
          <p:nvPr>
            <p:ph type="body" sz="quarter" idx="16"/>
          </p:nvPr>
        </p:nvSpPr>
        <p:spPr>
          <a:xfrm>
            <a:off x="321289" y="661658"/>
            <a:ext cx="11168422" cy="3124212"/>
          </a:xfrm>
        </p:spPr>
        <p:txBody>
          <a:bodyPr rtlCol="0">
            <a:normAutofit fontScale="47500" lnSpcReduction="20000"/>
          </a:bodyPr>
          <a:lstStyle/>
          <a:p>
            <a:endParaRPr lang="ru-RU" dirty="0"/>
          </a:p>
          <a:p>
            <a:r>
              <a:rPr lang="ru-RU" sz="4000" dirty="0"/>
              <a:t>Часовня Святого Николая в Новосибирске — это одна из самых значимых духовных и исторических достопримечательностей города. Построенная в 1914 году, она была возведена в честь Николая Чудотворца, покровителя путешественников и защитника верующих. Часовня символизировала географический центр Российской империи на тот момент.</a:t>
            </a:r>
          </a:p>
          <a:p>
            <a:r>
              <a:rPr lang="ru-RU" sz="4000" dirty="0"/>
              <a:t>В 1930-е годы она была разрушена, но в 1993 году восстановлена на том же месте. Сегодня часовня — не только важное место поклонения, но и символ духовного возрождения Новосибирска. Она привлекает как паломников, так и туристов, подчеркивая уникальность исторического наследия города.</a:t>
            </a:r>
          </a:p>
        </p:txBody>
      </p:sp>
      <p:sp>
        <p:nvSpPr>
          <p:cNvPr id="184" name="Номер слайда 183">
            <a:extLst>
              <a:ext uri="{FF2B5EF4-FFF2-40B4-BE49-F238E27FC236}">
                <a16:creationId xmlns:a16="http://schemas.microsoft.com/office/drawing/2014/main" id="{F09696C5-2D5D-4774-8ED7-53F2BB60D1FD}"/>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7</a:t>
            </a:fld>
            <a:endParaRPr lang="ru-RU"/>
          </a:p>
        </p:txBody>
      </p:sp>
      <p:pic>
        <p:nvPicPr>
          <p:cNvPr id="6146" name="Picture 2" descr="Picture background">
            <a:extLst>
              <a:ext uri="{FF2B5EF4-FFF2-40B4-BE49-F238E27FC236}">
                <a16:creationId xmlns:a16="http://schemas.microsoft.com/office/drawing/2014/main" id="{1785FCAE-B7C0-4EBD-9AA1-0D25321438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93" y="4272733"/>
            <a:ext cx="3399482" cy="255161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icture background">
            <a:extLst>
              <a:ext uri="{FF2B5EF4-FFF2-40B4-BE49-F238E27FC236}">
                <a16:creationId xmlns:a16="http://schemas.microsoft.com/office/drawing/2014/main" id="{EEEBF375-0573-43CA-BC06-CDA50C9F4A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825" y="4306389"/>
            <a:ext cx="2800350" cy="255161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icture background">
            <a:extLst>
              <a:ext uri="{FF2B5EF4-FFF2-40B4-BE49-F238E27FC236}">
                <a16:creationId xmlns:a16="http://schemas.microsoft.com/office/drawing/2014/main" id="{CAB7985E-1B06-488C-A611-524A77914A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7749" y="4272733"/>
            <a:ext cx="3504257" cy="2551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303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7283E3-686A-4399-B44D-71E2E0C5990C}"/>
              </a:ext>
            </a:extLst>
          </p:cNvPr>
          <p:cNvSpPr>
            <a:spLocks noGrp="1"/>
          </p:cNvSpPr>
          <p:nvPr>
            <p:ph type="ctrTitle"/>
          </p:nvPr>
        </p:nvSpPr>
        <p:spPr>
          <a:xfrm>
            <a:off x="647700" y="5059252"/>
            <a:ext cx="6874327" cy="1209275"/>
          </a:xfrm>
        </p:spPr>
        <p:txBody>
          <a:bodyPr rtlCol="0">
            <a:normAutofit/>
          </a:bodyPr>
          <a:lstStyle/>
          <a:p>
            <a:pPr rtl="0"/>
            <a:r>
              <a:rPr lang="ru-RU" dirty="0"/>
              <a:t>Раздел 2</a:t>
            </a:r>
          </a:p>
        </p:txBody>
      </p:sp>
      <p:sp>
        <p:nvSpPr>
          <p:cNvPr id="3" name="Подзаголовок 2">
            <a:extLst>
              <a:ext uri="{FF2B5EF4-FFF2-40B4-BE49-F238E27FC236}">
                <a16:creationId xmlns:a16="http://schemas.microsoft.com/office/drawing/2014/main" id="{70DAD0D3-3611-4738-8AC3-77B22099B278}"/>
              </a:ext>
            </a:extLst>
          </p:cNvPr>
          <p:cNvSpPr>
            <a:spLocks noGrp="1"/>
          </p:cNvSpPr>
          <p:nvPr>
            <p:ph type="subTitle" idx="1"/>
          </p:nvPr>
        </p:nvSpPr>
        <p:spPr>
          <a:xfrm>
            <a:off x="8098970" y="5097272"/>
            <a:ext cx="3392445" cy="1207008"/>
          </a:xfrm>
        </p:spPr>
        <p:txBody>
          <a:bodyPr rtlCol="0">
            <a:normAutofit/>
          </a:bodyPr>
          <a:lstStyle/>
          <a:p>
            <a:pPr rtl="0"/>
            <a:r>
              <a:rPr lang="ru-RU" sz="4400" dirty="0"/>
              <a:t>Наука</a:t>
            </a:r>
          </a:p>
        </p:txBody>
      </p:sp>
      <p:pic>
        <p:nvPicPr>
          <p:cNvPr id="7170" name="Picture 2" descr="Picture background">
            <a:extLst>
              <a:ext uri="{FF2B5EF4-FFF2-40B4-BE49-F238E27FC236}">
                <a16:creationId xmlns:a16="http://schemas.microsoft.com/office/drawing/2014/main" id="{F1A0EE53-0806-4B8D-B1DF-C8CE970A9B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49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464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03373E64-02E6-4CF7-8B35-2B44D413D291}"/>
              </a:ext>
            </a:extLst>
          </p:cNvPr>
          <p:cNvPicPr>
            <a:picLocks noChangeAspect="1"/>
          </p:cNvPicPr>
          <p:nvPr/>
        </p:nvPicPr>
        <p:blipFill>
          <a:blip r:embed="rId2"/>
          <a:stretch>
            <a:fillRect/>
          </a:stretch>
        </p:blipFill>
        <p:spPr>
          <a:xfrm>
            <a:off x="4328385" y="674351"/>
            <a:ext cx="3535230" cy="3535230"/>
          </a:xfrm>
          <a:prstGeom prst="rect">
            <a:avLst/>
          </a:prstGeom>
        </p:spPr>
      </p:pic>
      <p:pic>
        <p:nvPicPr>
          <p:cNvPr id="8" name="Рисунок 7">
            <a:extLst>
              <a:ext uri="{FF2B5EF4-FFF2-40B4-BE49-F238E27FC236}">
                <a16:creationId xmlns:a16="http://schemas.microsoft.com/office/drawing/2014/main" id="{89F630C2-0395-4001-814C-E4BB10C142C0}"/>
              </a:ext>
            </a:extLst>
          </p:cNvPr>
          <p:cNvPicPr>
            <a:picLocks noChangeAspect="1"/>
          </p:cNvPicPr>
          <p:nvPr/>
        </p:nvPicPr>
        <p:blipFill>
          <a:blip r:embed="rId3"/>
          <a:stretch>
            <a:fillRect/>
          </a:stretch>
        </p:blipFill>
        <p:spPr>
          <a:xfrm>
            <a:off x="4884955" y="1404252"/>
            <a:ext cx="3645902" cy="1746195"/>
          </a:xfrm>
          <a:prstGeom prst="rect">
            <a:avLst/>
          </a:prstGeom>
        </p:spPr>
      </p:pic>
      <p:sp>
        <p:nvSpPr>
          <p:cNvPr id="2" name="Заголовок 1">
            <a:extLst>
              <a:ext uri="{FF2B5EF4-FFF2-40B4-BE49-F238E27FC236}">
                <a16:creationId xmlns:a16="http://schemas.microsoft.com/office/drawing/2014/main" id="{406DD68C-B5A6-40EA-86EC-B5E03C6FA35E}"/>
              </a:ext>
            </a:extLst>
          </p:cNvPr>
          <p:cNvSpPr>
            <a:spLocks noGrp="1"/>
          </p:cNvSpPr>
          <p:nvPr>
            <p:ph type="ctrTitle"/>
          </p:nvPr>
        </p:nvSpPr>
        <p:spPr>
          <a:xfrm>
            <a:off x="1333288" y="747551"/>
            <a:ext cx="8490581" cy="1746195"/>
          </a:xfrm>
        </p:spPr>
        <p:txBody>
          <a:bodyPr/>
          <a:lstStyle/>
          <a:p>
            <a:r>
              <a:rPr lang="ru-RU" dirty="0"/>
              <a:t>Новосибирские ВУЗы</a:t>
            </a:r>
          </a:p>
        </p:txBody>
      </p:sp>
      <p:pic>
        <p:nvPicPr>
          <p:cNvPr id="5" name="Рисунок 4">
            <a:extLst>
              <a:ext uri="{FF2B5EF4-FFF2-40B4-BE49-F238E27FC236}">
                <a16:creationId xmlns:a16="http://schemas.microsoft.com/office/drawing/2014/main" id="{16E1165E-D486-4A1E-9C16-D2909575068C}"/>
              </a:ext>
            </a:extLst>
          </p:cNvPr>
          <p:cNvPicPr>
            <a:picLocks noChangeAspect="1"/>
          </p:cNvPicPr>
          <p:nvPr/>
        </p:nvPicPr>
        <p:blipFill>
          <a:blip r:embed="rId4"/>
          <a:stretch>
            <a:fillRect/>
          </a:stretch>
        </p:blipFill>
        <p:spPr>
          <a:xfrm>
            <a:off x="0" y="3079350"/>
            <a:ext cx="8162924" cy="2260462"/>
          </a:xfrm>
          <a:prstGeom prst="rect">
            <a:avLst/>
          </a:prstGeom>
        </p:spPr>
      </p:pic>
      <p:pic>
        <p:nvPicPr>
          <p:cNvPr id="7" name="Рисунок 6">
            <a:extLst>
              <a:ext uri="{FF2B5EF4-FFF2-40B4-BE49-F238E27FC236}">
                <a16:creationId xmlns:a16="http://schemas.microsoft.com/office/drawing/2014/main" id="{781F8C0F-11E8-4929-A862-F0DF1883FF89}"/>
              </a:ext>
            </a:extLst>
          </p:cNvPr>
          <p:cNvPicPr>
            <a:picLocks noChangeAspect="1"/>
          </p:cNvPicPr>
          <p:nvPr/>
        </p:nvPicPr>
        <p:blipFill>
          <a:blip r:embed="rId5"/>
          <a:stretch>
            <a:fillRect/>
          </a:stretch>
        </p:blipFill>
        <p:spPr>
          <a:xfrm>
            <a:off x="8162924" y="3079350"/>
            <a:ext cx="4029076" cy="2260462"/>
          </a:xfrm>
          <a:prstGeom prst="rect">
            <a:avLst/>
          </a:prstGeom>
        </p:spPr>
      </p:pic>
    </p:spTree>
    <p:extLst>
      <p:ext uri="{BB962C8B-B14F-4D97-AF65-F5344CB8AC3E}">
        <p14:creationId xmlns:p14="http://schemas.microsoft.com/office/powerpoint/2010/main" val="4117552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641C54DF-6A54-4629-AE08-5985FF2ED617}"/>
              </a:ext>
            </a:extLst>
          </p:cNvPr>
          <p:cNvSpPr>
            <a:spLocks noGrp="1"/>
          </p:cNvSpPr>
          <p:nvPr>
            <p:ph type="body" idx="1"/>
          </p:nvPr>
        </p:nvSpPr>
        <p:spPr>
          <a:xfrm>
            <a:off x="838199" y="614702"/>
            <a:ext cx="5157787" cy="584548"/>
          </a:xfrm>
        </p:spPr>
        <p:txBody>
          <a:bodyPr/>
          <a:lstStyle/>
          <a:p>
            <a:r>
              <a:rPr lang="ru-RU" dirty="0"/>
              <a:t>Новосибирский государственный университет</a:t>
            </a:r>
          </a:p>
        </p:txBody>
      </p:sp>
      <p:sp>
        <p:nvSpPr>
          <p:cNvPr id="4" name="Объект 3">
            <a:extLst>
              <a:ext uri="{FF2B5EF4-FFF2-40B4-BE49-F238E27FC236}">
                <a16:creationId xmlns:a16="http://schemas.microsoft.com/office/drawing/2014/main" id="{AA564BAB-C1EE-4C6A-9CB6-7F45462B3D04}"/>
              </a:ext>
            </a:extLst>
          </p:cNvPr>
          <p:cNvSpPr>
            <a:spLocks noGrp="1"/>
          </p:cNvSpPr>
          <p:nvPr>
            <p:ph sz="half" idx="2"/>
          </p:nvPr>
        </p:nvSpPr>
        <p:spPr>
          <a:xfrm>
            <a:off x="685800" y="1685054"/>
            <a:ext cx="5157787" cy="3619579"/>
          </a:xfrm>
        </p:spPr>
        <p:txBody>
          <a:bodyPr>
            <a:normAutofit fontScale="85000" lnSpcReduction="20000"/>
          </a:bodyPr>
          <a:lstStyle/>
          <a:p>
            <a:r>
              <a:rPr lang="ru-RU" dirty="0"/>
              <a:t>Один из ведущих вузов России, расположен в Академгородке, Новосибирск. Основан в 1959 году, тесно сотрудничает с научными институтами Сибирского отделения РАН. НГУ известен сильными школами в математике, физике, биологии и IT, а также инновационными исследованиями и высокой международной репутацией.</a:t>
            </a:r>
          </a:p>
        </p:txBody>
      </p:sp>
      <p:sp>
        <p:nvSpPr>
          <p:cNvPr id="5" name="Текст 4">
            <a:extLst>
              <a:ext uri="{FF2B5EF4-FFF2-40B4-BE49-F238E27FC236}">
                <a16:creationId xmlns:a16="http://schemas.microsoft.com/office/drawing/2014/main" id="{FA5A1AF3-63F6-4532-90C0-2B01D4BA51A6}"/>
              </a:ext>
            </a:extLst>
          </p:cNvPr>
          <p:cNvSpPr>
            <a:spLocks noGrp="1"/>
          </p:cNvSpPr>
          <p:nvPr>
            <p:ph type="body" sz="quarter" idx="3"/>
          </p:nvPr>
        </p:nvSpPr>
        <p:spPr>
          <a:xfrm>
            <a:off x="6170612" y="614701"/>
            <a:ext cx="5354637" cy="584549"/>
          </a:xfrm>
        </p:spPr>
        <p:txBody>
          <a:bodyPr/>
          <a:lstStyle/>
          <a:p>
            <a:r>
              <a:rPr lang="ru-RU" dirty="0"/>
              <a:t>Новосибирский государственный технический университет</a:t>
            </a:r>
          </a:p>
        </p:txBody>
      </p:sp>
      <p:sp>
        <p:nvSpPr>
          <p:cNvPr id="6" name="Объект 5">
            <a:extLst>
              <a:ext uri="{FF2B5EF4-FFF2-40B4-BE49-F238E27FC236}">
                <a16:creationId xmlns:a16="http://schemas.microsoft.com/office/drawing/2014/main" id="{53CCCD47-A498-4278-9DBA-AC10CBA3FA69}"/>
              </a:ext>
            </a:extLst>
          </p:cNvPr>
          <p:cNvSpPr>
            <a:spLocks noGrp="1"/>
          </p:cNvSpPr>
          <p:nvPr>
            <p:ph sz="quarter" idx="4"/>
          </p:nvPr>
        </p:nvSpPr>
        <p:spPr>
          <a:xfrm>
            <a:off x="6170612" y="1685054"/>
            <a:ext cx="5183188" cy="3751268"/>
          </a:xfrm>
        </p:spPr>
        <p:txBody>
          <a:bodyPr>
            <a:normAutofit fontScale="85000" lnSpcReduction="20000"/>
          </a:bodyPr>
          <a:lstStyle/>
          <a:p>
            <a:r>
              <a:rPr lang="ru-RU" dirty="0"/>
              <a:t>Один из крупнейших технических вузов России, основан в 1950 году. Специализируется на подготовке инженеров и технических специалистов в таких областях, как машиностроение, электроника, IT и энергетика. Университет активно сотрудничает с промышленностью и научными организациями, внедряя инновации в различные отрасли.</a:t>
            </a:r>
          </a:p>
        </p:txBody>
      </p:sp>
      <p:sp>
        <p:nvSpPr>
          <p:cNvPr id="8" name="Номер слайда 7">
            <a:extLst>
              <a:ext uri="{FF2B5EF4-FFF2-40B4-BE49-F238E27FC236}">
                <a16:creationId xmlns:a16="http://schemas.microsoft.com/office/drawing/2014/main" id="{B8E45295-6D6E-41FC-8416-61115255434F}"/>
              </a:ext>
            </a:extLst>
          </p:cNvPr>
          <p:cNvSpPr>
            <a:spLocks noGrp="1"/>
          </p:cNvSpPr>
          <p:nvPr>
            <p:ph type="sldNum" sz="quarter" idx="12"/>
          </p:nvPr>
        </p:nvSpPr>
        <p:spPr/>
        <p:txBody>
          <a:bodyPr/>
          <a:lstStyle/>
          <a:p>
            <a:pPr rtl="0"/>
            <a:fld id="{AE208ADF-3ADD-483D-A721-14E3EEE2C135}" type="slidenum">
              <a:rPr lang="ru-RU" noProof="0" smtClean="0"/>
              <a:pPr rtl="0"/>
              <a:t>10</a:t>
            </a:fld>
            <a:endParaRPr lang="ru-RU" noProof="0"/>
          </a:p>
        </p:txBody>
      </p:sp>
      <p:pic>
        <p:nvPicPr>
          <p:cNvPr id="9" name="Рисунок 8">
            <a:extLst>
              <a:ext uri="{FF2B5EF4-FFF2-40B4-BE49-F238E27FC236}">
                <a16:creationId xmlns:a16="http://schemas.microsoft.com/office/drawing/2014/main" id="{D7A11915-D5CC-4439-A17C-C602F7A95DD9}"/>
              </a:ext>
            </a:extLst>
          </p:cNvPr>
          <p:cNvPicPr>
            <a:picLocks noChangeAspect="1"/>
          </p:cNvPicPr>
          <p:nvPr/>
        </p:nvPicPr>
        <p:blipFill>
          <a:blip r:embed="rId2"/>
          <a:stretch>
            <a:fillRect/>
          </a:stretch>
        </p:blipFill>
        <p:spPr>
          <a:xfrm flipV="1">
            <a:off x="11715897" y="6434832"/>
            <a:ext cx="434619" cy="208160"/>
          </a:xfrm>
          <a:prstGeom prst="rect">
            <a:avLst/>
          </a:prstGeom>
        </p:spPr>
      </p:pic>
    </p:spTree>
    <p:extLst>
      <p:ext uri="{BB962C8B-B14F-4D97-AF65-F5344CB8AC3E}">
        <p14:creationId xmlns:p14="http://schemas.microsoft.com/office/powerpoint/2010/main" val="3963856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0CE88BB9-5E8A-474F-B7C0-BC6738C243D9}"/>
              </a:ext>
            </a:extLst>
          </p:cNvPr>
          <p:cNvSpPr>
            <a:spLocks noGrp="1"/>
          </p:cNvSpPr>
          <p:nvPr>
            <p:ph type="title"/>
          </p:nvPr>
        </p:nvSpPr>
        <p:spPr>
          <a:xfrm>
            <a:off x="511789" y="0"/>
            <a:ext cx="10515600" cy="899783"/>
          </a:xfrm>
        </p:spPr>
        <p:txBody>
          <a:bodyPr rtlCol="0"/>
          <a:lstStyle/>
          <a:p>
            <a:pPr rtl="0"/>
            <a:r>
              <a:rPr lang="ru-RU" dirty="0"/>
              <a:t>Академгородок</a:t>
            </a:r>
          </a:p>
        </p:txBody>
      </p:sp>
      <p:sp>
        <p:nvSpPr>
          <p:cNvPr id="81" name="Текст 80">
            <a:extLst>
              <a:ext uri="{FF2B5EF4-FFF2-40B4-BE49-F238E27FC236}">
                <a16:creationId xmlns:a16="http://schemas.microsoft.com/office/drawing/2014/main" id="{26331C6E-6EC6-4BCA-90FC-D61437684A3A}"/>
              </a:ext>
            </a:extLst>
          </p:cNvPr>
          <p:cNvSpPr>
            <a:spLocks noGrp="1"/>
          </p:cNvSpPr>
          <p:nvPr>
            <p:ph type="body" sz="quarter" idx="16"/>
          </p:nvPr>
        </p:nvSpPr>
        <p:spPr>
          <a:xfrm>
            <a:off x="321289" y="661658"/>
            <a:ext cx="11168422" cy="3124212"/>
          </a:xfrm>
        </p:spPr>
        <p:txBody>
          <a:bodyPr rtlCol="0">
            <a:normAutofit fontScale="32500" lnSpcReduction="20000"/>
          </a:bodyPr>
          <a:lstStyle/>
          <a:p>
            <a:endParaRPr lang="ru-RU" dirty="0"/>
          </a:p>
          <a:p>
            <a:r>
              <a:rPr lang="ru-RU" sz="4500" dirty="0"/>
              <a:t>Академгородок в Новосибирске — один из крупнейших научных центров России и мира, расположенный в живописной лесной зоне на берегу Обского водохранилища, примерно в 30 км от центра города. Он был основан в 1957 году как часть Сибирского отделения Российской академии наук, с целью развития науки и исследований в различных областях.</a:t>
            </a:r>
          </a:p>
          <a:p>
            <a:r>
              <a:rPr lang="ru-RU" sz="4500" dirty="0"/>
              <a:t>Академгородок объединяет десятки научно-исследовательских институтов, включая физику, биологию, математику, химию и информационные технологии. Здесь работают ведущие ученые, что делает его важным местом для инноваций и научных открытий. Также Академгородок известен своим университетом — Новосибирским государственным университетом (НГУ), который входит в число лучших образовательных учреждений России.</a:t>
            </a:r>
          </a:p>
          <a:p>
            <a:r>
              <a:rPr lang="ru-RU" sz="4500" dirty="0"/>
              <a:t>Академгородок является не только научным центром, но и комфортным местом для жизни, сочетая в себе интеллектуальную атмосферу и природную красоту.</a:t>
            </a:r>
          </a:p>
        </p:txBody>
      </p:sp>
      <p:sp>
        <p:nvSpPr>
          <p:cNvPr id="184" name="Номер слайда 183">
            <a:extLst>
              <a:ext uri="{FF2B5EF4-FFF2-40B4-BE49-F238E27FC236}">
                <a16:creationId xmlns:a16="http://schemas.microsoft.com/office/drawing/2014/main" id="{F09696C5-2D5D-4774-8ED7-53F2BB60D1FD}"/>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11</a:t>
            </a:fld>
            <a:endParaRPr lang="ru-RU"/>
          </a:p>
        </p:txBody>
      </p:sp>
      <p:pic>
        <p:nvPicPr>
          <p:cNvPr id="8194" name="Picture 2" descr="Picture background">
            <a:extLst>
              <a:ext uri="{FF2B5EF4-FFF2-40B4-BE49-F238E27FC236}">
                <a16:creationId xmlns:a16="http://schemas.microsoft.com/office/drawing/2014/main" id="{F3F2A594-D927-4464-AC95-E10D56D9F2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96560"/>
            <a:ext cx="4133850" cy="276144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Picture background">
            <a:extLst>
              <a:ext uri="{FF2B5EF4-FFF2-40B4-BE49-F238E27FC236}">
                <a16:creationId xmlns:a16="http://schemas.microsoft.com/office/drawing/2014/main" id="{14FB6B5F-80E9-4A54-A2E2-705875430D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8152" y="4096560"/>
            <a:ext cx="4133850" cy="276144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Picture background">
            <a:extLst>
              <a:ext uri="{FF2B5EF4-FFF2-40B4-BE49-F238E27FC236}">
                <a16:creationId xmlns:a16="http://schemas.microsoft.com/office/drawing/2014/main" id="{96622ED3-2D92-4B0C-9292-99C0D010F3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9099" y="4096560"/>
            <a:ext cx="3733801" cy="2761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228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0CE88BB9-5E8A-474F-B7C0-BC6738C243D9}"/>
              </a:ext>
            </a:extLst>
          </p:cNvPr>
          <p:cNvSpPr>
            <a:spLocks noGrp="1"/>
          </p:cNvSpPr>
          <p:nvPr>
            <p:ph type="title"/>
          </p:nvPr>
        </p:nvSpPr>
        <p:spPr>
          <a:xfrm>
            <a:off x="511789" y="0"/>
            <a:ext cx="10515600" cy="899783"/>
          </a:xfrm>
        </p:spPr>
        <p:txBody>
          <a:bodyPr rtlCol="0"/>
          <a:lstStyle/>
          <a:p>
            <a:pPr rtl="0"/>
            <a:r>
              <a:rPr lang="ru-RU" dirty="0"/>
              <a:t>Наукоград Кольцово</a:t>
            </a:r>
          </a:p>
        </p:txBody>
      </p:sp>
      <p:sp>
        <p:nvSpPr>
          <p:cNvPr id="81" name="Текст 80">
            <a:extLst>
              <a:ext uri="{FF2B5EF4-FFF2-40B4-BE49-F238E27FC236}">
                <a16:creationId xmlns:a16="http://schemas.microsoft.com/office/drawing/2014/main" id="{26331C6E-6EC6-4BCA-90FC-D61437684A3A}"/>
              </a:ext>
            </a:extLst>
          </p:cNvPr>
          <p:cNvSpPr>
            <a:spLocks noGrp="1"/>
          </p:cNvSpPr>
          <p:nvPr>
            <p:ph type="body" sz="quarter" idx="16"/>
          </p:nvPr>
        </p:nvSpPr>
        <p:spPr>
          <a:xfrm>
            <a:off x="311764" y="728333"/>
            <a:ext cx="11168422" cy="3124212"/>
          </a:xfrm>
        </p:spPr>
        <p:txBody>
          <a:bodyPr rtlCol="0">
            <a:normAutofit fontScale="70000" lnSpcReduction="20000"/>
          </a:bodyPr>
          <a:lstStyle/>
          <a:p>
            <a:r>
              <a:rPr lang="ru-RU" dirty="0"/>
              <a:t>Наукоград Кольцово — это уникальный научно-промышленный центр, расположенный в Новосибирской области, примерно в 20 км от Новосибирска. Статус наукограда он получил в 2003 году благодаря своим достижениям в области биотехнологий, вирусологии и фармацевтики.</a:t>
            </a:r>
          </a:p>
          <a:p>
            <a:r>
              <a:rPr lang="ru-RU" dirty="0"/>
              <a:t>Кольцово является домом для одного из крупнейших в мире научных центров по вирусологии — Государственного научного центра вирусологии и биотехнологии «Вектор», который играет ключевую роль в разработке вакцин и изучении опасных вирусов. Здесь также активно развиваются биомедицинские технологии, что делает Кольцово важным центром для инноваций и исследований в области здоровья и безопасности.</a:t>
            </a:r>
          </a:p>
          <a:p>
            <a:r>
              <a:rPr lang="ru-RU" dirty="0"/>
              <a:t>Наукоград сочетает передовые научные разработки с комфортными условиями для жизни, создавая благоприятную среду для ученых и их семей.</a:t>
            </a:r>
          </a:p>
        </p:txBody>
      </p:sp>
      <p:sp>
        <p:nvSpPr>
          <p:cNvPr id="184" name="Номер слайда 183">
            <a:extLst>
              <a:ext uri="{FF2B5EF4-FFF2-40B4-BE49-F238E27FC236}">
                <a16:creationId xmlns:a16="http://schemas.microsoft.com/office/drawing/2014/main" id="{F09696C5-2D5D-4774-8ED7-53F2BB60D1FD}"/>
              </a:ext>
            </a:extLst>
          </p:cNvPr>
          <p:cNvSpPr>
            <a:spLocks noGrp="1"/>
          </p:cNvSpPr>
          <p:nvPr>
            <p:ph type="sldNum" sz="quarter" idx="4"/>
          </p:nvPr>
        </p:nvSpPr>
        <p:spPr>
          <a:xfrm>
            <a:off x="10518474" y="6356350"/>
            <a:ext cx="1414733" cy="365125"/>
          </a:xfrm>
        </p:spPr>
        <p:txBody>
          <a:bodyPr rtlCol="0"/>
          <a:lstStyle/>
          <a:p>
            <a:pPr rtl="0"/>
            <a:fld id="{AE208ADF-3ADD-483D-A721-14E3EEE2C135}" type="slidenum">
              <a:rPr lang="ru-RU" smtClean="0"/>
              <a:pPr rtl="0"/>
              <a:t>12</a:t>
            </a:fld>
            <a:endParaRPr lang="ru-RU"/>
          </a:p>
        </p:txBody>
      </p:sp>
      <p:pic>
        <p:nvPicPr>
          <p:cNvPr id="9218" name="Picture 2" descr="Picture background">
            <a:extLst>
              <a:ext uri="{FF2B5EF4-FFF2-40B4-BE49-F238E27FC236}">
                <a16:creationId xmlns:a16="http://schemas.microsoft.com/office/drawing/2014/main" id="{33CC19C2-538F-4213-A6F1-5BD81F389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28438"/>
            <a:ext cx="3987515" cy="2829562"/>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Picture background">
            <a:extLst>
              <a:ext uri="{FF2B5EF4-FFF2-40B4-BE49-F238E27FC236}">
                <a16:creationId xmlns:a16="http://schemas.microsoft.com/office/drawing/2014/main" id="{87572A46-618A-4CD9-AF3C-61F095A2DD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4484" y="4028438"/>
            <a:ext cx="3987515" cy="2829562"/>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Picture background">
            <a:extLst>
              <a:ext uri="{FF2B5EF4-FFF2-40B4-BE49-F238E27FC236}">
                <a16:creationId xmlns:a16="http://schemas.microsoft.com/office/drawing/2014/main" id="{CBD1283B-59CD-4EB3-8A52-21A772755E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6308" y="4028438"/>
            <a:ext cx="3699384" cy="2832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757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9FE449-E96C-4E0E-A449-9E0701A909E0}"/>
              </a:ext>
            </a:extLst>
          </p:cNvPr>
          <p:cNvSpPr>
            <a:spLocks noGrp="1"/>
          </p:cNvSpPr>
          <p:nvPr>
            <p:ph type="title"/>
          </p:nvPr>
        </p:nvSpPr>
        <p:spPr>
          <a:xfrm>
            <a:off x="485775" y="647700"/>
            <a:ext cx="3680395" cy="1403343"/>
          </a:xfrm>
        </p:spPr>
        <p:txBody>
          <a:bodyPr rtlCol="0"/>
          <a:lstStyle/>
          <a:p>
            <a:pPr rtl="0"/>
            <a:r>
              <a:rPr lang="ru-RU" dirty="0"/>
              <a:t>Спасибо</a:t>
            </a:r>
          </a:p>
        </p:txBody>
      </p:sp>
      <p:sp>
        <p:nvSpPr>
          <p:cNvPr id="3" name="Объект 2">
            <a:extLst>
              <a:ext uri="{FF2B5EF4-FFF2-40B4-BE49-F238E27FC236}">
                <a16:creationId xmlns:a16="http://schemas.microsoft.com/office/drawing/2014/main" id="{BD3F7967-21CD-4D4E-A475-5040D50F9B40}"/>
              </a:ext>
            </a:extLst>
          </p:cNvPr>
          <p:cNvSpPr>
            <a:spLocks noGrp="1"/>
          </p:cNvSpPr>
          <p:nvPr>
            <p:ph idx="1"/>
          </p:nvPr>
        </p:nvSpPr>
        <p:spPr>
          <a:xfrm>
            <a:off x="647701" y="2683104"/>
            <a:ext cx="3364358" cy="3673245"/>
          </a:xfrm>
        </p:spPr>
        <p:txBody>
          <a:bodyPr rtlCol="0">
            <a:normAutofit/>
          </a:bodyPr>
          <a:lstStyle/>
          <a:p>
            <a:pPr rtl="0"/>
            <a:r>
              <a:rPr lang="ru-RU" dirty="0"/>
              <a:t>Презентация была создана </a:t>
            </a:r>
            <a:r>
              <a:rPr lang="ru-RU" dirty="0" err="1"/>
              <a:t>Танцеревым</a:t>
            </a:r>
            <a:r>
              <a:rPr lang="ru-RU" dirty="0"/>
              <a:t> Андреем</a:t>
            </a:r>
            <a:endParaRPr lang="en-US" dirty="0"/>
          </a:p>
          <a:p>
            <a:pPr rtl="0"/>
            <a:r>
              <a:rPr lang="ru-RU" dirty="0"/>
              <a:t>Информацию подготовили Роман Штатных и </a:t>
            </a:r>
            <a:r>
              <a:rPr lang="ru-RU" dirty="0" err="1"/>
              <a:t>Альнур</a:t>
            </a:r>
            <a:r>
              <a:rPr lang="ru-RU" dirty="0"/>
              <a:t> </a:t>
            </a:r>
            <a:r>
              <a:rPr lang="ru-RU" dirty="0" err="1"/>
              <a:t>Шипанов</a:t>
            </a:r>
            <a:endParaRPr lang="ru-RU" dirty="0"/>
          </a:p>
        </p:txBody>
      </p:sp>
      <p:pic>
        <p:nvPicPr>
          <p:cNvPr id="16" name="Рисунок 5" descr="лес">
            <a:extLst>
              <a:ext uri="{FF2B5EF4-FFF2-40B4-BE49-F238E27FC236}">
                <a16:creationId xmlns:a16="http://schemas.microsoft.com/office/drawing/2014/main" id="{474772FB-EF5F-44F3-8C06-F39CA59EF52C}"/>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val="0"/>
              </a:ext>
            </a:extLst>
          </a:blip>
          <a:srcRect/>
          <a:stretch/>
        </p:blipFill>
        <p:spPr>
          <a:xfrm>
            <a:off x="4575175" y="0"/>
            <a:ext cx="7616825" cy="6858000"/>
          </a:xfrm>
        </p:spPr>
      </p:pic>
      <p:sp>
        <p:nvSpPr>
          <p:cNvPr id="43" name="Номер слайда 42">
            <a:extLst>
              <a:ext uri="{FF2B5EF4-FFF2-40B4-BE49-F238E27FC236}">
                <a16:creationId xmlns:a16="http://schemas.microsoft.com/office/drawing/2014/main" id="{B95B4304-0747-4AD1-BD3D-E4BFD5441AF5}"/>
              </a:ext>
            </a:extLst>
          </p:cNvPr>
          <p:cNvSpPr>
            <a:spLocks noGrp="1"/>
          </p:cNvSpPr>
          <p:nvPr>
            <p:ph type="sldNum" sz="quarter" idx="12"/>
          </p:nvPr>
        </p:nvSpPr>
        <p:spPr>
          <a:xfrm>
            <a:off x="10518474" y="6356350"/>
            <a:ext cx="1414733" cy="365125"/>
          </a:xfrm>
        </p:spPr>
        <p:txBody>
          <a:bodyPr rtlCol="0"/>
          <a:lstStyle/>
          <a:p>
            <a:pPr rtl="0"/>
            <a:fld id="{AE208ADF-3ADD-483D-A721-14E3EEE2C135}" type="slidenum">
              <a:rPr lang="ru-RU" smtClean="0"/>
              <a:pPr rtl="0"/>
              <a:t>13</a:t>
            </a:fld>
            <a:endParaRPr lang="ru-RU"/>
          </a:p>
        </p:txBody>
      </p:sp>
      <p:pic>
        <p:nvPicPr>
          <p:cNvPr id="11266" name="Picture 2" descr="Picture background">
            <a:extLst>
              <a:ext uri="{FF2B5EF4-FFF2-40B4-BE49-F238E27FC236}">
                <a16:creationId xmlns:a16="http://schemas.microsoft.com/office/drawing/2014/main" id="{7B97F249-E48A-4A94-942F-29D79FC643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5175" y="0"/>
            <a:ext cx="7616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177044"/>
      </p:ext>
    </p:extLst>
  </p:cSld>
  <p:clrMapOvr>
    <a:masterClrMapping/>
  </p:clrMapOvr>
</p:sld>
</file>

<file path=ppt/theme/theme1.xml><?xml version="1.0" encoding="utf-8"?>
<a:theme xmlns:a="http://schemas.openxmlformats.org/drawingml/2006/main" name="PineVTI">
  <a:themeElements>
    <a:clrScheme name="Pine">
      <a:dk1>
        <a:sysClr val="windowText" lastClr="000000"/>
      </a:dk1>
      <a:lt1>
        <a:sysClr val="window" lastClr="FFFFFF"/>
      </a:lt1>
      <a:dk2>
        <a:srgbClr val="081B19"/>
      </a:dk2>
      <a:lt2>
        <a:srgbClr val="E2D4CA"/>
      </a:lt2>
      <a:accent1>
        <a:srgbClr val="415347"/>
      </a:accent1>
      <a:accent2>
        <a:srgbClr val="753E33"/>
      </a:accent2>
      <a:accent3>
        <a:srgbClr val="7B614F"/>
      </a:accent3>
      <a:accent4>
        <a:srgbClr val="827B6D"/>
      </a:accent4>
      <a:accent5>
        <a:srgbClr val="495255"/>
      </a:accent5>
      <a:accent6>
        <a:srgbClr val="2D5358"/>
      </a:accent6>
      <a:hlink>
        <a:srgbClr val="A8705D"/>
      </a:hlink>
      <a:folHlink>
        <a:srgbClr val="5B688B"/>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neVTI" id="{14D52F43-08F7-4BCB-8A4A-FBED84E2C440}" vid="{D076F849-C9D7-4142-B46C-46BAC587EA73}"/>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FF5174-EF46-4DB3-9E31-B6FFE71C18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577EAC-B6FB-4CBD-9524-1AB1B096FD3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2AEE90C5-1E1C-444C-A570-923DC6A5471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_PineVTI</Template>
  <TotalTime>0</TotalTime>
  <Words>740</Words>
  <Application>Microsoft Office PowerPoint</Application>
  <PresentationFormat>Широкоэкранный</PresentationFormat>
  <Paragraphs>58</Paragraphs>
  <Slides>13</Slides>
  <Notes>11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13</vt:i4>
      </vt:variant>
    </vt:vector>
  </HeadingPairs>
  <TitlesOfParts>
    <vt:vector size="17" baseType="lpstr">
      <vt:lpstr>Arial</vt:lpstr>
      <vt:lpstr>Calibri</vt:lpstr>
      <vt:lpstr>Dante</vt:lpstr>
      <vt:lpstr>PineVTI</vt:lpstr>
      <vt:lpstr>Новосибирск - неофициальная столица Сибири.</vt:lpstr>
      <vt:lpstr>Новосибирск</vt:lpstr>
      <vt:lpstr>Поговорим о</vt:lpstr>
      <vt:lpstr>Раздел 1</vt:lpstr>
      <vt:lpstr>Зоопарк им. Шило</vt:lpstr>
      <vt:lpstr>Новосибирский театр оперы и балета</vt:lpstr>
      <vt:lpstr>Часовня им. Святого Николая</vt:lpstr>
      <vt:lpstr>Раздел 2</vt:lpstr>
      <vt:lpstr>Новосибирские ВУЗы</vt:lpstr>
      <vt:lpstr>Презентация PowerPoint</vt:lpstr>
      <vt:lpstr>Академгородок</vt:lpstr>
      <vt:lpstr>Наукоград Кольцово</vt:lpstr>
      <vt:lpstr>Спасибо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2021-04-23T07:38:37Z</dcterms:created>
  <dcterms:modified xsi:type="dcterms:W3CDTF">2024-09-12T14:52:08Z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