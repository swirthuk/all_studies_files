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elasio" panose="020B0604020202020204" charset="0"/>
      <p:regular r:id="rId16"/>
    </p:embeddedFont>
    <p:embeddedFont>
      <p:font typeface="Gelasio Semi Bold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03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9517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Мировоззрение и ценности: основные понятия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152549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Мировоззрение — это система взглядов на мир, которая включает представления о его устройстве и зависимости. Одной из важных составляющих мировоззрения являются ценности — они помогают человеку ориентироваться в мире и принимать решения. Изучение мировоззрения и ценностей важно, поскольку от них зависит наше поведение и взаимодействие с другими людьми.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1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Различные подходы к пониманию ценностей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272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Традиционный религиозный подход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58195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Некоторые считают, что ценности приходят свыше и являются вечными, неизменными и неоспоримыми. Это традиционный религиозный подход.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272272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Общечеловеческие ценности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658195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Другие согласны, что ценности могут быть вечными, но считают, что они связаны с обществом и человеком. Это называется «общечеловеческими ценностями».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272272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Зависимость от времени и общества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658195"/>
            <a:ext cx="3978116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Третья группа мыслителей считает, что ценности зависят от времени и общества. Они формируются в процессе человеческой деятельности и могут меняться с развитием общества. В этом случае конкретные ценности соответствуют определенной общественной системе и помогают ей функционировать.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39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Ценности как элемент общества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567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968693" y="2841784"/>
            <a:ext cx="1604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56773"/>
            <a:ext cx="2849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Ключевой элемент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247192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Некоторые исследователи видят ценности как ключевой элемент общества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567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4837509" y="2841784"/>
            <a:ext cx="20621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56773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Второстепенный фактор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0152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Другие считают их менее важными и зависимыми от других факторов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18076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946428" y="5265777"/>
            <a:ext cx="20502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180767"/>
            <a:ext cx="4362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Определение К.Х. Момджяна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671185"/>
            <a:ext cx="681930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К.Х. Момджян определяет «ценности как субординированную систему мотивационных предпочтений, связанных с поиском стратегических целей существования, приоритетных для человека, определяющих «лучшее» для него».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730" y="577691"/>
            <a:ext cx="7673340" cy="1313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Функции ценностной системы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30" y="2205990"/>
            <a:ext cx="1050488" cy="18829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7258" y="2416016"/>
            <a:ext cx="3552587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Мотивационная функция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587258" y="2870240"/>
            <a:ext cx="6307812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 данном случае речь идет о ценностной системе в сознании человека, выполняющей мотивационную функцию.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730" y="4088963"/>
            <a:ext cx="1050488" cy="18829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7258" y="4298990"/>
            <a:ext cx="368141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Ориентационная функция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587258" y="4753213"/>
            <a:ext cx="6307812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Можно добавить, что функционал ценностной системы шире – она способна выполнять и ориентационную функцию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730" y="5971937"/>
            <a:ext cx="1050488" cy="16806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87258" y="6181963"/>
            <a:ext cx="3012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Регуляция поведения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587258" y="6636187"/>
            <a:ext cx="6307812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 функцию регуляции поведения человека.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651" y="501848"/>
            <a:ext cx="11306651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Ценностные системы как компонент культуры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8651" y="1437084"/>
            <a:ext cx="13353098" cy="87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Но ценностные системы можно рассматривать не только как компонент сознания человека, но и как основной компонент культуры общества, в «объективированной» форме. При таком ракурсе рассмотрения и возникает иллюзия независимостей ценностей от человека, их надчеловеческого статуса. Действительно, человек формируется в обществе и застает объективированную ценностную систему уже в готовом виде.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1" y="2518172"/>
            <a:ext cx="6539627" cy="4041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8651" y="6787991"/>
            <a:ext cx="469261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Объективированная форма ценностей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8651" y="7182564"/>
            <a:ext cx="6539627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Ценностные системы как основной компонент культуры общества в «объективированной» форме.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003" y="2518172"/>
            <a:ext cx="6539746" cy="40418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003" y="6788110"/>
            <a:ext cx="414528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Восприятие ценностей человеком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452003" y="7182683"/>
            <a:ext cx="6539746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Человек застает объективированную ценностную систему уже в готовом виде.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597" y="487323"/>
            <a:ext cx="7903607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Процесс формирования личности и ценности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6597" y="1860590"/>
            <a:ext cx="7903607" cy="170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Процесс формирования личности (социализация), о котором будет сказано ниже, и есть прежде всего, приобщение к существующей системе ценностей. Но подобные «объективированные» системы – результат деятельности предшествующих поколений. Соответственно, каждая из ценностных систем имеет объективные корни, «детерминанты», связанные с потребностями человека и специфическими условиями их удовлетворения.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360914" y="3760113"/>
            <a:ext cx="22860" cy="3983950"/>
          </a:xfrm>
          <a:prstGeom prst="roundRect">
            <a:avLst>
              <a:gd name="adj" fmla="val 116284"/>
            </a:avLst>
          </a:prstGeom>
          <a:solidFill>
            <a:srgbClr val="D4CEC3"/>
          </a:solidFill>
          <a:ln/>
        </p:spPr>
      </p:sp>
      <p:sp>
        <p:nvSpPr>
          <p:cNvPr id="6" name="Shape 3"/>
          <p:cNvSpPr/>
          <p:nvPr/>
        </p:nvSpPr>
        <p:spPr>
          <a:xfrm>
            <a:off x="6548795" y="4147304"/>
            <a:ext cx="620197" cy="22860"/>
          </a:xfrm>
          <a:prstGeom prst="roundRect">
            <a:avLst>
              <a:gd name="adj" fmla="val 116284"/>
            </a:avLst>
          </a:prstGeom>
          <a:solidFill>
            <a:srgbClr val="D4CEC3"/>
          </a:solidFill>
          <a:ln/>
        </p:spPr>
      </p:sp>
      <p:sp>
        <p:nvSpPr>
          <p:cNvPr id="7" name="Shape 4"/>
          <p:cNvSpPr/>
          <p:nvPr/>
        </p:nvSpPr>
        <p:spPr>
          <a:xfrm>
            <a:off x="6173033" y="3959423"/>
            <a:ext cx="398621" cy="398621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309598" y="4025741"/>
            <a:ext cx="125373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346990" y="3937278"/>
            <a:ext cx="2215158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Социализация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46990" y="4320540"/>
            <a:ext cx="666321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Процесс формирования личности через приобщение к существующей системе ценностей.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48795" y="5628799"/>
            <a:ext cx="620197" cy="22860"/>
          </a:xfrm>
          <a:prstGeom prst="roundRect">
            <a:avLst>
              <a:gd name="adj" fmla="val 116284"/>
            </a:avLst>
          </a:prstGeom>
          <a:solidFill>
            <a:srgbClr val="D4CEC3"/>
          </a:solidFill>
          <a:ln/>
        </p:spPr>
      </p:sp>
      <p:sp>
        <p:nvSpPr>
          <p:cNvPr id="12" name="Shape 9"/>
          <p:cNvSpPr/>
          <p:nvPr/>
        </p:nvSpPr>
        <p:spPr>
          <a:xfrm>
            <a:off x="6173033" y="5440918"/>
            <a:ext cx="398621" cy="398621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739" y="5507236"/>
            <a:ext cx="1610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346990" y="5418773"/>
            <a:ext cx="355389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Объективированные системы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46990" y="5802035"/>
            <a:ext cx="666321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Результат деятельности предшествующих поколений.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48795" y="6826925"/>
            <a:ext cx="620197" cy="22860"/>
          </a:xfrm>
          <a:prstGeom prst="roundRect">
            <a:avLst>
              <a:gd name="adj" fmla="val 116284"/>
            </a:avLst>
          </a:prstGeom>
          <a:solidFill>
            <a:srgbClr val="D4CEC3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3033" y="6639044"/>
            <a:ext cx="398621" cy="398621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sp>
        <p:nvSpPr>
          <p:cNvPr id="18" name="Text 15"/>
          <p:cNvSpPr/>
          <p:nvPr/>
        </p:nvSpPr>
        <p:spPr>
          <a:xfrm>
            <a:off x="6292215" y="6705362"/>
            <a:ext cx="160139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346990" y="6616898"/>
            <a:ext cx="2402086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Объективные корни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346990" y="7000161"/>
            <a:ext cx="666321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Ценностные системы имеют «детерминанты», связанные с потребностями человека и условиями их удовлетворения.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347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33" y="2972157"/>
            <a:ext cx="13267134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Ценностная система как механизм общественного производства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81633" y="4481513"/>
            <a:ext cx="13267134" cy="124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Ценностная система – механизм успешного общественного производства, придающий эффективному статус должного. Тем не менее, вряд ли сможет существовать общество, в котором нет общего для всех «ценностного ядра» – консенсуса в понимании основных ценностей и их соотношения. Можно встретить схо-жее понятие – «Культурный код». На наш взгляд, культурный код – специфическая конфигурация и интерпретация базовых культурных ценностей, необходимых для функционирования и воспроизводства общества.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1633" y="5946934"/>
            <a:ext cx="4292560" cy="1745218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876300" y="6141601"/>
            <a:ext cx="3903226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Механизм общественного производства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76300" y="6867049"/>
            <a:ext cx="3903226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Ценностная система придает эффективному статус должного.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68860" y="5946934"/>
            <a:ext cx="4292560" cy="1745218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5363528" y="6141601"/>
            <a:ext cx="243470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Ценностное ядро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63528" y="6562725"/>
            <a:ext cx="3903226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Консенсус в понимании основных ценностей и их соотношения.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56088" y="5946934"/>
            <a:ext cx="4292560" cy="1745218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9850755" y="6141601"/>
            <a:ext cx="243470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Культурный код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850755" y="6562725"/>
            <a:ext cx="3903226" cy="93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Специфическая конфигурация и интерпретация базовых культурных ценностей.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7572" y="555784"/>
            <a:ext cx="7588925" cy="51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050"/>
              </a:lnSpc>
              <a:buNone/>
            </a:pPr>
            <a:r>
              <a:rPr lang="en-US" sz="3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Роль ценностного ядра в обществе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7572" y="1319093"/>
            <a:ext cx="7988856" cy="1583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Именно «ценностное ядро», воплощающееся в функционировании социальных институтов, действиях людей, создает облик общества, его цивилизационную специфичность. Но именно оно выступает и важнейшим фактором, интегрирующим общество. Именно на специфике ценностных систем основывали своеобразие цивилизаций сторонники цивилизационного подхода. Так, О. Шпенглер говорил о «душе» культуры, которая, по сути, и представляет собой ценностную систему, воплощаемую во всех сторонах существования культуры.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72" y="3088481"/>
            <a:ext cx="412552" cy="412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7572" y="3666053"/>
            <a:ext cx="2593419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Социальные институты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77572" y="4022884"/>
            <a:ext cx="798885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Ценностное ядро воплощается в функционировании социальных институтов.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72" y="4781907"/>
            <a:ext cx="412552" cy="412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7572" y="5359479"/>
            <a:ext cx="2415302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Интеграция общества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77572" y="5716310"/>
            <a:ext cx="798885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Ценностное ядро выступает важнейшим фактором, интегрирующим общество.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72" y="6475333"/>
            <a:ext cx="412552" cy="4125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7572" y="7052905"/>
            <a:ext cx="206299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Душа культуры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77572" y="7409736"/>
            <a:ext cx="798885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О. Шпенглер говорил о «душе» культуры, представляющей собой ценностную систему.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714" y="599242"/>
            <a:ext cx="7618571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Легитимация ценностей в культуре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2714" y="2288143"/>
            <a:ext cx="7618571" cy="383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Действительно, под определенным углом зрения, бытие общества можно представить как воплощение присущего ему «ценностного ядра». Ведь именно оно проявляется, в конечном счете, в человеческих действиях, формирующих социальную реальность. Но для того, чтобы люди принимали соответствующие ценности, нужно каким-либо образом подкрепить их значимость, обосновать их. В силу этого мы можем говорить о существовании в культуре способов легитимации ценностей, которые одновременно могут быть и формами их существования. Мы полагаем, что существуют следующие способы легитимации ценностей: миф, религия, рацио, традиция, авторитет.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62714" y="6369368"/>
            <a:ext cx="7618571" cy="1266111"/>
          </a:xfrm>
          <a:prstGeom prst="roundRect">
            <a:avLst>
              <a:gd name="adj" fmla="val 258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0334" y="6376987"/>
            <a:ext cx="7602498" cy="6254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89052" y="6515338"/>
            <a:ext cx="209430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Миф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26750" y="6515338"/>
            <a:ext cx="209049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Религия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60638" y="6515338"/>
            <a:ext cx="209430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Рацио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0334" y="7002423"/>
            <a:ext cx="7602498" cy="625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89052" y="7140773"/>
            <a:ext cx="209430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Традиция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26750" y="7140773"/>
            <a:ext cx="209049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Авторитет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060638" y="7140773"/>
            <a:ext cx="2094309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</Words>
  <Application>Microsoft Office PowerPoint</Application>
  <PresentationFormat>Произвольный</PresentationFormat>
  <Paragraphs>75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Gelasio</vt:lpstr>
      <vt:lpstr>Arial</vt:lpstr>
      <vt:lpstr>Gelasio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(u‿ฺu✿ฺ)</cp:lastModifiedBy>
  <cp:revision>2</cp:revision>
  <dcterms:created xsi:type="dcterms:W3CDTF">2024-11-06T16:23:32Z</dcterms:created>
  <dcterms:modified xsi:type="dcterms:W3CDTF">2024-11-06T15:29:07Z</dcterms:modified>
</cp:coreProperties>
</file>